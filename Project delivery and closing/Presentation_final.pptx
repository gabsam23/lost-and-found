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7" r:id="rId9"/>
    <p:sldId id="302" r:id="rId10"/>
    <p:sldId id="268" r:id="rId11"/>
    <p:sldId id="269" r:id="rId12"/>
    <p:sldId id="272" r:id="rId13"/>
    <p:sldId id="270" r:id="rId14"/>
    <p:sldId id="275" r:id="rId15"/>
    <p:sldId id="276" r:id="rId16"/>
    <p:sldId id="279" r:id="rId17"/>
    <p:sldId id="299" r:id="rId18"/>
    <p:sldId id="286" r:id="rId19"/>
    <p:sldId id="301" r:id="rId20"/>
    <p:sldId id="304" r:id="rId21"/>
    <p:sldId id="305" r:id="rId22"/>
    <p:sldId id="306" r:id="rId23"/>
    <p:sldId id="307" r:id="rId24"/>
    <p:sldId id="282" r:id="rId25"/>
    <p:sldId id="290" r:id="rId26"/>
    <p:sldId id="291" r:id="rId27"/>
    <p:sldId id="292" r:id="rId28"/>
    <p:sldId id="293" r:id="rId29"/>
    <p:sldId id="294" r:id="rId30"/>
    <p:sldId id="297" r:id="rId31"/>
    <p:sldId id="298" r:id="rId32"/>
    <p:sldId id="285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502E"/>
    <a:srgbClr val="FFC82D"/>
    <a:srgbClr val="003D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77"/>
    <p:restoredTop sz="94643"/>
  </p:normalViewPr>
  <p:slideViewPr>
    <p:cSldViewPr snapToGrid="0">
      <p:cViewPr>
        <p:scale>
          <a:sx n="71" d="100"/>
          <a:sy n="71" d="100"/>
        </p:scale>
        <p:origin x="6888" y="2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B40D6C-0590-4F43-B166-84BB5D74C5E8}" type="datetimeFigureOut">
              <a:rPr lang="en-US" smtClean="0"/>
              <a:t>4/7/26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50CC9A-C991-0445-A8A0-7F8409CC2D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464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Gabriel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50CC9A-C991-0445-A8A0-7F8409CC2D2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1344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Gabriel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50CC9A-C991-0445-A8A0-7F8409CC2D2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4808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Gabriel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50CC9A-C991-0445-A8A0-7F8409CC2D2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4298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Gabriel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50CC9A-C991-0445-A8A0-7F8409CC2D2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258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Gabriel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50CC9A-C991-0445-A8A0-7F8409CC2D2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8452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Gabriel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50CC9A-C991-0445-A8A0-7F8409CC2D2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1034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Gabriel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50CC9A-C991-0445-A8A0-7F8409CC2D2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7236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Gabriel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50CC9A-C991-0445-A8A0-7F8409CC2D2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8214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06557-6070-5B51-9FF5-AD56972E4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4245C2-0BA2-4A4E-6D4C-8D2ACEE6D8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A65A93-BE19-56FA-2D95-DE25764167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Gabriel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42B195-1773-8296-9345-330E0BC33B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50CC9A-C991-0445-A8A0-7F8409CC2D2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3117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Gabriel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50CC9A-C991-0445-A8A0-7F8409CC2D2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2922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Gabriel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50CC9A-C991-0445-A8A0-7F8409CC2D2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5359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Gabriel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50CC9A-C991-0445-A8A0-7F8409CC2D2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9945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50CC9A-C991-0445-A8A0-7F8409CC2D2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3899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50CC9A-C991-0445-A8A0-7F8409CC2D2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9234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50CC9A-C991-0445-A8A0-7F8409CC2D2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3707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50CC9A-C991-0445-A8A0-7F8409CC2D2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4025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06D89-D865-35FC-2D13-95B547E8C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9F8DA2-E296-9F74-A85B-5067260298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7591AE-25A5-ABD1-F200-C9500D7339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FADDF2-2741-BBDF-82F9-FDA0BFB1C2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50CC9A-C991-0445-A8A0-7F8409CC2D2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4755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50CC9A-C991-0445-A8A0-7F8409CC2D2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25792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937FD-06DD-15AA-6041-8F789102B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4B587A-405E-6EEE-42E8-8D2780E3A1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75CF25-16A2-5A61-2310-BD1A1D96C2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41C889-0009-165A-FB6E-77F9E606A9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50CC9A-C991-0445-A8A0-7F8409CC2D2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2972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36632-ACEA-3955-8419-5262513E9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9A0453-664A-18DD-2117-BF93CA1FFF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B6DCA-70D6-7594-CC0D-BD56D60A40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575E9C-0BE1-DB9B-DEF6-1DC8CD178D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50CC9A-C991-0445-A8A0-7F8409CC2D2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001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E8E18-DAB2-1FEA-A427-AC2D3A0B3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94BCF1-CEAE-C2C3-CAE5-6C522E18BD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ED2665-F8F6-97B6-C5BB-7CBF0D906F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570B7E-2640-4208-E456-A67D5A99A6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50CC9A-C991-0445-A8A0-7F8409CC2D2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45203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02415-7B9B-9196-C22E-D89EFF5C2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8022E1-3C16-4CC5-4B38-780ABE0E63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01ECCD-CBC8-F868-1DF0-94BDFCA340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263127-49C1-8109-7810-1E5F7DDD0B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50CC9A-C991-0445-A8A0-7F8409CC2D2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50968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9418C-F879-D35B-4389-B700AB422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24E0FD-A3F8-B458-7BBA-42FB7A586D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175B5B-A8C2-4973-BE30-B6125F08A3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Glen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1D25A5-8A57-CC1B-DBF7-B77DE1BF11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50CC9A-C991-0445-A8A0-7F8409CC2D2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91159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Cobie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50CC9A-C991-0445-A8A0-7F8409CC2D2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20031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Cobie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50CC9A-C991-0445-A8A0-7F8409CC2D2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0554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Cobie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50CC9A-C991-0445-A8A0-7F8409CC2D2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13679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Cobie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50CC9A-C991-0445-A8A0-7F8409CC2D26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97329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Cobie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50CC9A-C991-0445-A8A0-7F8409CC2D26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20704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Cobie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50CC9A-C991-0445-A8A0-7F8409CC2D26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68979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E50CC9A-C991-0445-A8A0-7F8409CC2D26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1204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A0F76-8C4F-E36E-EB02-621E655356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E1B0DF-1314-49B1-0BAE-4569BF59AA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9D9A34-A144-80F5-7E6C-E3009C7C8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5F386-55A4-654C-BD8A-3F2F1CB2335B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F138B9-7C65-752B-3FCE-0A621385E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5503B-646B-2749-8CE6-DCAEC0FBF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BA50A-EBC3-2C42-8A4A-5D79D602D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556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B05B8-AE26-3EE6-3282-87AA87F75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BA0F6-99EB-48EF-FEF5-22CBE3C123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9E7FDC-9E14-6A39-B79E-015F21996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5F386-55A4-654C-BD8A-3F2F1CB2335B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73285E-99EC-393E-DC15-2ED0C3CD8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05620F-FB5A-9D17-05F5-683F596CF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BA50A-EBC3-2C42-8A4A-5D79D602D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00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7F23F-D3E8-45C6-F2F2-98BD5D939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9C9E26-C9C5-A070-C465-AA1C741CDF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44C28A-728A-4C86-F72D-99782895C3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5F386-55A4-654C-BD8A-3F2F1CB2335B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A99403-6A54-E02E-5DD4-99745BD82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A8F26-440A-67DF-67C9-18D6CC2A9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BA50A-EBC3-2C42-8A4A-5D79D602D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081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FC510-861F-CE90-FF69-3FEDB7D50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D6E49-A443-3F6B-3211-1F44A10A3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909F5D-EBBB-FE63-DAA4-9CCA881106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DB7116-87B0-13E1-9057-EC8F77F00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5F386-55A4-654C-BD8A-3F2F1CB2335B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F2B81F-DAB7-451F-D61B-B82EB96C2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4FF0B2-ECB0-A37E-4CD4-25C0DC135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BA50A-EBC3-2C42-8A4A-5D79D602D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057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DAD8E-8986-69B2-E402-4CF77C230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00DFC6-3CA1-831F-5F4B-0188B51F81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FCE704-76B3-98C2-B19D-78CBC6F7ED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DA21AC-86D6-7D7C-49F7-44A290E0E0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3D42E4-622D-C977-01E8-C7BC74CABC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9D3983-240D-0713-FD35-D54BD99CE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5F386-55A4-654C-BD8A-3F2F1CB2335B}" type="datetimeFigureOut">
              <a:rPr lang="en-US" smtClean="0"/>
              <a:t>4/7/26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4421E6D-CE48-0085-976F-61E4587A4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4F7052-56C6-1420-FE52-57FF81C0F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BA50A-EBC3-2C42-8A4A-5D79D602D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601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8DCC9-4CDC-6869-117A-E847D2AF4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01A2FB-DBE4-97BD-DB59-186537C66A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5F386-55A4-654C-BD8A-3F2F1CB2335B}" type="datetimeFigureOut">
              <a:rPr lang="en-US" smtClean="0"/>
              <a:t>4/7/26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FC8CAB-844C-7A3E-009A-4629A533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E5DC6D-7FC4-C405-75BD-45C1DE60D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BA50A-EBC3-2C42-8A4A-5D79D602D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875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41006A-F05C-99D0-7865-50EBC25C8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5F386-55A4-654C-BD8A-3F2F1CB2335B}" type="datetimeFigureOut">
              <a:rPr lang="en-US" smtClean="0"/>
              <a:t>4/7/26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251137-7778-D844-21C6-6AF083B03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985944-BB00-2503-1473-54E9EAC9B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BA50A-EBC3-2C42-8A4A-5D79D602D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478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E1FA4-EA51-08F4-E933-0B284457B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0DA35-8E88-4975-A037-74242A142A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C58AD1-9498-81C1-12FB-FF17E3FF89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29555C-4505-85BA-7E77-619892FA2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5F386-55A4-654C-BD8A-3F2F1CB2335B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6E9B47-5CCD-A3C2-705D-4972FB0D2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DC0747-0E48-F753-5F8D-BA316239C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BA50A-EBC3-2C42-8A4A-5D79D602D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258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FCC59-B546-A59F-9F2E-6E3457CF1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A7117C-5B0F-3C4C-15D3-6AA58BA097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7DC80D-D805-3E6C-7717-C7BE53EEE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4A0745-61C8-099A-1C31-8827A687A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5F386-55A4-654C-BD8A-3F2F1CB2335B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EF0C92-2950-9130-3742-0901755DA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6BDC6E-3D84-84D2-38C6-4CA097C3D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BA50A-EBC3-2C42-8A4A-5D79D602D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107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D4E42-0666-FAAC-9D36-7BCF28385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505F1A-159D-D116-0CF0-A992070329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116CC7-9F7B-7266-B961-378C3E849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5F386-55A4-654C-BD8A-3F2F1CB2335B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606619-0B20-0309-C906-80F6161AE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25FEA9-C1EB-79C1-A527-463D46E94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BA50A-EBC3-2C42-8A4A-5D79D602D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102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B00AF7-6A63-CCAB-5D61-2960D4957F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1E3E74-37ED-A1BD-44C0-BB902F384F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AF7797-02A2-E217-3FBB-DEB8F8403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5F386-55A4-654C-BD8A-3F2F1CB2335B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E9246A-A292-0359-FF94-9FE5FB4B6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63FC9E-7225-A49A-E392-E70268F5A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BA50A-EBC3-2C42-8A4A-5D79D602D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649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94D77C-12E7-06D5-9C1D-E11406D51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EC843F-10EC-8293-79E9-24AA69A5DA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4059E1-D493-7D16-0104-A6C61DFDC5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B5F386-55A4-654C-BD8A-3F2F1CB2335B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D3FF9-C29D-3CCF-92C4-0C7E882143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99A821-63B4-2D4F-295D-402B0BF569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6BA50A-EBC3-2C42-8A4A-5D79D602D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848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svg"/><Relationship Id="rId4" Type="http://schemas.openxmlformats.org/officeDocument/2006/relationships/hyperlink" Target="https://www.youtube.com/shorts/b7sXAjp8ENU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172A080-48A9-F456-3F2C-6A32104CEE2E}"/>
              </a:ext>
            </a:extLst>
          </p:cNvPr>
          <p:cNvSpPr/>
          <p:nvPr/>
        </p:nvSpPr>
        <p:spPr>
          <a:xfrm>
            <a:off x="-160020" y="-240030"/>
            <a:ext cx="12618720" cy="5026663"/>
          </a:xfrm>
          <a:prstGeom prst="rect">
            <a:avLst/>
          </a:prstGeom>
          <a:solidFill>
            <a:srgbClr val="015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51BEA2-A7E1-9BCF-35FC-FBBDD97A84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9650" y="1664428"/>
            <a:ext cx="9144000" cy="1389228"/>
          </a:xfrm>
        </p:spPr>
        <p:txBody>
          <a:bodyPr>
            <a:normAutofit/>
          </a:bodyPr>
          <a:lstStyle/>
          <a:p>
            <a:r>
              <a:rPr lang="en-US" sz="8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UR Lost &amp; Found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7B473E-318B-C6E7-6C47-3424F8F968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52650" y="3486150"/>
            <a:ext cx="9662160" cy="409243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Group F: </a:t>
            </a:r>
            <a:r>
              <a:rPr lang="en-CA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Amr Azouz, Cobie </a:t>
            </a:r>
            <a:r>
              <a:rPr lang="en-CA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Caburao</a:t>
            </a:r>
            <a:r>
              <a:rPr lang="en-CA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Glen Issac, Gabriel Sampaga</a:t>
            </a:r>
            <a:endParaRPr lang="en-CA" dirty="0">
              <a:solidFill>
                <a:schemeClr val="bg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AA002D-77ED-A8F7-9454-8343892F635A}"/>
              </a:ext>
            </a:extLst>
          </p:cNvPr>
          <p:cNvSpPr/>
          <p:nvPr/>
        </p:nvSpPr>
        <p:spPr>
          <a:xfrm>
            <a:off x="-160020" y="4691496"/>
            <a:ext cx="12618720" cy="656364"/>
          </a:xfrm>
          <a:prstGeom prst="rect">
            <a:avLst/>
          </a:prstGeom>
          <a:solidFill>
            <a:srgbClr val="FFC8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DA7E2D3-8F8F-1C95-2B28-8527DE7700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19411" y="5501164"/>
            <a:ext cx="3553177" cy="1160939"/>
          </a:xfrm>
          <a:prstGeom prst="rect">
            <a:avLst/>
          </a:prstGeom>
        </p:spPr>
      </p:pic>
      <p:sp>
        <p:nvSpPr>
          <p:cNvPr id="13" name="Subtitle 2">
            <a:extLst>
              <a:ext uri="{FF2B5EF4-FFF2-40B4-BE49-F238E27FC236}">
                <a16:creationId xmlns:a16="http://schemas.microsoft.com/office/drawing/2014/main" id="{D234EEEB-B88B-56DF-ECCB-D0A386E1CD56}"/>
              </a:ext>
            </a:extLst>
          </p:cNvPr>
          <p:cNvSpPr txBox="1">
            <a:spLocks/>
          </p:cNvSpPr>
          <p:nvPr/>
        </p:nvSpPr>
        <p:spPr>
          <a:xfrm>
            <a:off x="194310" y="302956"/>
            <a:ext cx="4259580" cy="4092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Project Sponsor: </a:t>
            </a:r>
            <a:r>
              <a:rPr lang="en-CA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Dr. Maciag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09EC53A-793C-96C4-AF2A-12CB727117B7}"/>
              </a:ext>
            </a:extLst>
          </p:cNvPr>
          <p:cNvSpPr txBox="1">
            <a:spLocks/>
          </p:cNvSpPr>
          <p:nvPr/>
        </p:nvSpPr>
        <p:spPr>
          <a:xfrm>
            <a:off x="-3724635" y="302955"/>
            <a:ext cx="4259580" cy="4092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Who We Are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FBC06AC2-1019-6B31-F5B8-A97A0E62F02B}"/>
              </a:ext>
            </a:extLst>
          </p:cNvPr>
          <p:cNvSpPr txBox="1">
            <a:spLocks/>
          </p:cNvSpPr>
          <p:nvPr/>
        </p:nvSpPr>
        <p:spPr>
          <a:xfrm>
            <a:off x="4019550" y="7313356"/>
            <a:ext cx="4259580" cy="4092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Team Leader: </a:t>
            </a:r>
            <a:r>
              <a:rPr lang="en-CA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Amr Azouz</a:t>
            </a:r>
            <a:endParaRPr lang="en-CA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3606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F8619-1A48-AADF-26F9-E10C69C3C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718DFB8-3EDC-D313-D183-AD3D92A115C8}"/>
              </a:ext>
            </a:extLst>
          </p:cNvPr>
          <p:cNvSpPr/>
          <p:nvPr/>
        </p:nvSpPr>
        <p:spPr>
          <a:xfrm>
            <a:off x="-160020" y="-81280"/>
            <a:ext cx="4179570" cy="7030720"/>
          </a:xfrm>
          <a:prstGeom prst="rect">
            <a:avLst/>
          </a:prstGeom>
          <a:solidFill>
            <a:srgbClr val="015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16769C-FD7E-664C-DAD0-F853240D49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54050" y="1664428"/>
            <a:ext cx="9144000" cy="1389228"/>
          </a:xfrm>
        </p:spPr>
        <p:txBody>
          <a:bodyPr>
            <a:normAutofit/>
          </a:bodyPr>
          <a:lstStyle/>
          <a:p>
            <a:r>
              <a:rPr lang="en-US" sz="8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UR Lost &amp; Found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A43DE7-62BB-D60E-82E0-69B9B88E66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9947910" y="3486150"/>
            <a:ext cx="9662160" cy="409243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Group F: </a:t>
            </a:r>
            <a:r>
              <a:rPr lang="en-CA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Amr Azouz, Cobie </a:t>
            </a:r>
            <a:r>
              <a:rPr lang="en-CA" b="1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Caburao</a:t>
            </a:r>
            <a:r>
              <a:rPr lang="en-CA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Glen Issac, Gabriel Sampaga</a:t>
            </a:r>
            <a:endParaRPr lang="en-CA" b="1" dirty="0">
              <a:solidFill>
                <a:schemeClr val="bg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C68AA0-3550-0F1A-3B95-86C5A483C2B0}"/>
              </a:ext>
            </a:extLst>
          </p:cNvPr>
          <p:cNvSpPr/>
          <p:nvPr/>
        </p:nvSpPr>
        <p:spPr>
          <a:xfrm>
            <a:off x="3921760" y="-81280"/>
            <a:ext cx="8536940" cy="7030720"/>
          </a:xfrm>
          <a:prstGeom prst="rect">
            <a:avLst/>
          </a:prstGeom>
          <a:solidFill>
            <a:srgbClr val="FFC8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A9EAF85-59EC-781A-14D1-6805F6A6DB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354050" y="5501164"/>
            <a:ext cx="3553177" cy="1160939"/>
          </a:xfrm>
          <a:prstGeom prst="rect">
            <a:avLst/>
          </a:prstGeom>
        </p:spPr>
      </p:pic>
      <p:sp>
        <p:nvSpPr>
          <p:cNvPr id="13" name="Subtitle 2">
            <a:extLst>
              <a:ext uri="{FF2B5EF4-FFF2-40B4-BE49-F238E27FC236}">
                <a16:creationId xmlns:a16="http://schemas.microsoft.com/office/drawing/2014/main" id="{8032E6F0-4D31-1224-B8CE-552D590F2419}"/>
              </a:ext>
            </a:extLst>
          </p:cNvPr>
          <p:cNvSpPr txBox="1">
            <a:spLocks/>
          </p:cNvSpPr>
          <p:nvPr/>
        </p:nvSpPr>
        <p:spPr>
          <a:xfrm>
            <a:off x="194310" y="-853895"/>
            <a:ext cx="4259580" cy="4092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Project Sponsor: Dr. Maciag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8C3BC331-ED37-EF4B-7CB2-114889F4FE7A}"/>
              </a:ext>
            </a:extLst>
          </p:cNvPr>
          <p:cNvSpPr txBox="1">
            <a:spLocks/>
          </p:cNvSpPr>
          <p:nvPr/>
        </p:nvSpPr>
        <p:spPr>
          <a:xfrm>
            <a:off x="-200025" y="445195"/>
            <a:ext cx="4259580" cy="4092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3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Who We Are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E756A84-639A-6099-FE7C-7DBD0D88255E}"/>
              </a:ext>
            </a:extLst>
          </p:cNvPr>
          <p:cNvSpPr txBox="1">
            <a:spLocks/>
          </p:cNvSpPr>
          <p:nvPr/>
        </p:nvSpPr>
        <p:spPr>
          <a:xfrm>
            <a:off x="-4170737" y="5501164"/>
            <a:ext cx="4259580" cy="4092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Team Leader: </a:t>
            </a:r>
            <a:r>
              <a:rPr lang="en-CA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Amr Azouz</a:t>
            </a:r>
            <a:endParaRPr lang="en-CA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6300006-3AE8-84EF-A35D-995FEF06E323}"/>
              </a:ext>
            </a:extLst>
          </p:cNvPr>
          <p:cNvPicPr>
            <a:picLocks/>
          </p:cNvPicPr>
          <p:nvPr/>
        </p:nvPicPr>
        <p:blipFill>
          <a:blip r:embed="rId4"/>
          <a:srcRect b="8181"/>
          <a:stretch>
            <a:fillRect/>
          </a:stretch>
        </p:blipFill>
        <p:spPr>
          <a:xfrm>
            <a:off x="-3474198" y="1517400"/>
            <a:ext cx="2866503" cy="38232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9ED8B3F-DB39-9F1D-75C7-C5398CAF3205}"/>
              </a:ext>
            </a:extLst>
          </p:cNvPr>
          <p:cNvPicPr>
            <a:picLocks/>
          </p:cNvPicPr>
          <p:nvPr/>
        </p:nvPicPr>
        <p:blipFill>
          <a:blip r:embed="rId5"/>
          <a:srcRect r="6945"/>
          <a:stretch>
            <a:fillRect/>
          </a:stretch>
        </p:blipFill>
        <p:spPr>
          <a:xfrm>
            <a:off x="4663651" y="-13151595"/>
            <a:ext cx="2865600" cy="382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9246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63D1C-0E2A-2532-9D9C-DE98ED41C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1FD3314-F2F3-9EA2-79D6-A6E6D24DF329}"/>
              </a:ext>
            </a:extLst>
          </p:cNvPr>
          <p:cNvSpPr/>
          <p:nvPr/>
        </p:nvSpPr>
        <p:spPr>
          <a:xfrm>
            <a:off x="-160020" y="-81280"/>
            <a:ext cx="9029006" cy="7030720"/>
          </a:xfrm>
          <a:prstGeom prst="rect">
            <a:avLst/>
          </a:prstGeom>
          <a:solidFill>
            <a:srgbClr val="015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D900AE-3C48-C795-FF6E-CC881DC0D52E}"/>
              </a:ext>
            </a:extLst>
          </p:cNvPr>
          <p:cNvSpPr/>
          <p:nvPr/>
        </p:nvSpPr>
        <p:spPr>
          <a:xfrm>
            <a:off x="8868986" y="-81280"/>
            <a:ext cx="3589714" cy="7030720"/>
          </a:xfrm>
          <a:prstGeom prst="rect">
            <a:avLst/>
          </a:prstGeom>
          <a:solidFill>
            <a:srgbClr val="FFC8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CA4A1706-2761-BA14-6A04-8FB987DD2175}"/>
              </a:ext>
            </a:extLst>
          </p:cNvPr>
          <p:cNvSpPr txBox="1">
            <a:spLocks/>
          </p:cNvSpPr>
          <p:nvPr/>
        </p:nvSpPr>
        <p:spPr>
          <a:xfrm>
            <a:off x="-200025" y="445195"/>
            <a:ext cx="4259580" cy="4092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3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Who We Are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00A7316-187C-0BFD-79FB-B4B6F4C223A7}"/>
              </a:ext>
            </a:extLst>
          </p:cNvPr>
          <p:cNvSpPr txBox="1">
            <a:spLocks/>
          </p:cNvSpPr>
          <p:nvPr/>
        </p:nvSpPr>
        <p:spPr>
          <a:xfrm>
            <a:off x="3966208" y="5475054"/>
            <a:ext cx="4259580" cy="4092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Team Leader: </a:t>
            </a:r>
            <a:r>
              <a:rPr lang="en-CA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Amr Azouz</a:t>
            </a:r>
            <a:endParaRPr lang="en-CA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6602505-0AE3-04B5-CA7D-2C7B7D2A47ED}"/>
              </a:ext>
            </a:extLst>
          </p:cNvPr>
          <p:cNvPicPr>
            <a:picLocks/>
          </p:cNvPicPr>
          <p:nvPr/>
        </p:nvPicPr>
        <p:blipFill>
          <a:blip r:embed="rId3"/>
          <a:srcRect b="8181"/>
          <a:stretch>
            <a:fillRect/>
          </a:stretch>
        </p:blipFill>
        <p:spPr>
          <a:xfrm>
            <a:off x="4662748" y="1517400"/>
            <a:ext cx="2866503" cy="3823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36CD779-DD8F-9C69-F058-D044B717C2B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538" r="21014" b="13519"/>
          <a:stretch>
            <a:fillRect/>
          </a:stretch>
        </p:blipFill>
        <p:spPr>
          <a:xfrm>
            <a:off x="12819196" y="1517400"/>
            <a:ext cx="2866503" cy="3822004"/>
          </a:xfrm>
          <a:prstGeom prst="rect">
            <a:avLst/>
          </a:prstGeom>
        </p:spPr>
      </p:pic>
      <p:sp>
        <p:nvSpPr>
          <p:cNvPr id="17" name="Subtitle 2">
            <a:extLst>
              <a:ext uri="{FF2B5EF4-FFF2-40B4-BE49-F238E27FC236}">
                <a16:creationId xmlns:a16="http://schemas.microsoft.com/office/drawing/2014/main" id="{8B5649F1-0C7D-CE06-7827-2AA25986A76C}"/>
              </a:ext>
            </a:extLst>
          </p:cNvPr>
          <p:cNvSpPr txBox="1">
            <a:spLocks/>
          </p:cNvSpPr>
          <p:nvPr/>
        </p:nvSpPr>
        <p:spPr>
          <a:xfrm>
            <a:off x="12122657" y="5475054"/>
            <a:ext cx="4259580" cy="4092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Cobie </a:t>
            </a:r>
            <a:r>
              <a:rPr lang="en-CA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Caburao</a:t>
            </a:r>
            <a:endParaRPr lang="en-CA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96852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74B31-FED6-0D44-CECB-DA7E25334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3D1A55-FECB-3709-01E2-4EA91195CB9A}"/>
              </a:ext>
            </a:extLst>
          </p:cNvPr>
          <p:cNvSpPr/>
          <p:nvPr/>
        </p:nvSpPr>
        <p:spPr>
          <a:xfrm>
            <a:off x="-160020" y="-81280"/>
            <a:ext cx="3887852" cy="7030720"/>
          </a:xfrm>
          <a:prstGeom prst="rect">
            <a:avLst/>
          </a:prstGeom>
          <a:solidFill>
            <a:srgbClr val="015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425ADD-370B-10D4-6A7D-4C48A43A2374}"/>
              </a:ext>
            </a:extLst>
          </p:cNvPr>
          <p:cNvSpPr/>
          <p:nvPr/>
        </p:nvSpPr>
        <p:spPr>
          <a:xfrm>
            <a:off x="3727832" y="-81280"/>
            <a:ext cx="8730868" cy="7030720"/>
          </a:xfrm>
          <a:prstGeom prst="rect">
            <a:avLst/>
          </a:prstGeom>
          <a:solidFill>
            <a:srgbClr val="FFC8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FEE69872-140E-F245-8B26-5D21829AC314}"/>
              </a:ext>
            </a:extLst>
          </p:cNvPr>
          <p:cNvSpPr txBox="1">
            <a:spLocks/>
          </p:cNvSpPr>
          <p:nvPr/>
        </p:nvSpPr>
        <p:spPr>
          <a:xfrm>
            <a:off x="-200025" y="445195"/>
            <a:ext cx="4259580" cy="4092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3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Who We Are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C9FE7932-A109-0400-07FA-56FC7B07D8CE}"/>
              </a:ext>
            </a:extLst>
          </p:cNvPr>
          <p:cNvSpPr txBox="1">
            <a:spLocks/>
          </p:cNvSpPr>
          <p:nvPr/>
        </p:nvSpPr>
        <p:spPr>
          <a:xfrm>
            <a:off x="-531748" y="4856360"/>
            <a:ext cx="4259580" cy="4092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1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Team Leader: </a:t>
            </a:r>
            <a:r>
              <a:rPr lang="en-CA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Amr Azouz</a:t>
            </a:r>
            <a:endParaRPr lang="en-CA" sz="14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D33575A-2D2A-B251-3C91-58FA5C2CF0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181"/>
          <a:stretch>
            <a:fillRect/>
          </a:stretch>
        </p:blipFill>
        <p:spPr>
          <a:xfrm>
            <a:off x="570581" y="2058622"/>
            <a:ext cx="2054923" cy="27407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7592AB6-6D70-BB0B-9A58-0162B688958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538" r="21014" b="13519"/>
          <a:stretch>
            <a:fillRect/>
          </a:stretch>
        </p:blipFill>
        <p:spPr>
          <a:xfrm>
            <a:off x="4662748" y="1517998"/>
            <a:ext cx="2866503" cy="382200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2ED15B4-728C-C757-E540-E0B970BA6B46}"/>
              </a:ext>
            </a:extLst>
          </p:cNvPr>
          <p:cNvPicPr>
            <a:picLocks/>
          </p:cNvPicPr>
          <p:nvPr/>
        </p:nvPicPr>
        <p:blipFill>
          <a:blip r:embed="rId5"/>
          <a:srcRect r="6945"/>
          <a:stretch>
            <a:fillRect/>
          </a:stretch>
        </p:blipFill>
        <p:spPr>
          <a:xfrm>
            <a:off x="4663651" y="-4313723"/>
            <a:ext cx="2865600" cy="3823200"/>
          </a:xfrm>
          <a:prstGeom prst="rect">
            <a:avLst/>
          </a:prstGeom>
        </p:spPr>
      </p:pic>
      <p:sp>
        <p:nvSpPr>
          <p:cNvPr id="17" name="Subtitle 2">
            <a:extLst>
              <a:ext uri="{FF2B5EF4-FFF2-40B4-BE49-F238E27FC236}">
                <a16:creationId xmlns:a16="http://schemas.microsoft.com/office/drawing/2014/main" id="{83526425-B5D2-6B09-2411-18814AF6F37A}"/>
              </a:ext>
            </a:extLst>
          </p:cNvPr>
          <p:cNvSpPr txBox="1">
            <a:spLocks/>
          </p:cNvSpPr>
          <p:nvPr/>
        </p:nvSpPr>
        <p:spPr>
          <a:xfrm>
            <a:off x="3966208" y="5340002"/>
            <a:ext cx="4259580" cy="4092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dirty="0">
                <a:latin typeface="Segoe UI" panose="020B0502040204020203" pitchFamily="34" charset="0"/>
                <a:cs typeface="Segoe UI" panose="020B0502040204020203" pitchFamily="34" charset="0"/>
              </a:rPr>
              <a:t>Cobie </a:t>
            </a:r>
            <a:r>
              <a:rPr lang="en-CA" dirty="0" err="1">
                <a:latin typeface="Segoe UI" panose="020B0502040204020203" pitchFamily="34" charset="0"/>
                <a:cs typeface="Segoe UI" panose="020B0502040204020203" pitchFamily="34" charset="0"/>
              </a:rPr>
              <a:t>Caburao</a:t>
            </a:r>
            <a:endParaRPr lang="en-CA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BFD9A128-B02A-2A10-A778-1E233C690BDC}"/>
              </a:ext>
            </a:extLst>
          </p:cNvPr>
          <p:cNvSpPr txBox="1">
            <a:spLocks/>
          </p:cNvSpPr>
          <p:nvPr/>
        </p:nvSpPr>
        <p:spPr>
          <a:xfrm>
            <a:off x="3966208" y="7271293"/>
            <a:ext cx="4259580" cy="4092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Glen Issac</a:t>
            </a:r>
            <a:endParaRPr lang="en-CA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64822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9C20D-CF75-0E2B-533A-CFE0D8AF5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665FFD7-C7D3-74ED-C0E0-2B07464C4456}"/>
              </a:ext>
            </a:extLst>
          </p:cNvPr>
          <p:cNvSpPr/>
          <p:nvPr/>
        </p:nvSpPr>
        <p:spPr>
          <a:xfrm>
            <a:off x="-160020" y="-81280"/>
            <a:ext cx="3887852" cy="7030720"/>
          </a:xfrm>
          <a:prstGeom prst="rect">
            <a:avLst/>
          </a:prstGeom>
          <a:solidFill>
            <a:srgbClr val="015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B0F89A-AD11-25E1-0646-64D0C631BFC1}"/>
              </a:ext>
            </a:extLst>
          </p:cNvPr>
          <p:cNvSpPr/>
          <p:nvPr/>
        </p:nvSpPr>
        <p:spPr>
          <a:xfrm>
            <a:off x="8463262" y="-81280"/>
            <a:ext cx="3995438" cy="7030720"/>
          </a:xfrm>
          <a:prstGeom prst="rect">
            <a:avLst/>
          </a:prstGeom>
          <a:solidFill>
            <a:srgbClr val="FFC8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34BF6556-1920-8C82-73FC-752268B10EF3}"/>
              </a:ext>
            </a:extLst>
          </p:cNvPr>
          <p:cNvSpPr txBox="1">
            <a:spLocks/>
          </p:cNvSpPr>
          <p:nvPr/>
        </p:nvSpPr>
        <p:spPr>
          <a:xfrm>
            <a:off x="-200025" y="445195"/>
            <a:ext cx="4259580" cy="4092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3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Who We Are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7BDADC2F-0BCD-C00F-B3C5-C859A92371B5}"/>
              </a:ext>
            </a:extLst>
          </p:cNvPr>
          <p:cNvSpPr txBox="1">
            <a:spLocks/>
          </p:cNvSpPr>
          <p:nvPr/>
        </p:nvSpPr>
        <p:spPr>
          <a:xfrm>
            <a:off x="-531748" y="4856360"/>
            <a:ext cx="4259580" cy="4092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1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Team Leader: </a:t>
            </a:r>
            <a:r>
              <a:rPr lang="en-CA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Amr Azouz</a:t>
            </a:r>
            <a:endParaRPr lang="en-CA" sz="14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637EDD4-97C1-45B0-28B7-EB7A46391F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181"/>
          <a:stretch>
            <a:fillRect/>
          </a:stretch>
        </p:blipFill>
        <p:spPr>
          <a:xfrm>
            <a:off x="570581" y="2058622"/>
            <a:ext cx="2054923" cy="27407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DE28F34-E437-6C45-A7A4-95E99C05217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538" r="21014" b="13519"/>
          <a:stretch>
            <a:fillRect/>
          </a:stretch>
        </p:blipFill>
        <p:spPr>
          <a:xfrm>
            <a:off x="9566211" y="2055924"/>
            <a:ext cx="2055208" cy="27402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9057827-9569-65EF-2D6D-17E6DE3FA1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1844" y="7295335"/>
            <a:ext cx="2866503" cy="382200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035F305-2B07-D46C-13F9-BF9601947BBB}"/>
              </a:ext>
            </a:extLst>
          </p:cNvPr>
          <p:cNvPicPr>
            <a:picLocks/>
          </p:cNvPicPr>
          <p:nvPr/>
        </p:nvPicPr>
        <p:blipFill>
          <a:blip r:embed="rId6"/>
          <a:srcRect r="6945"/>
          <a:stretch>
            <a:fillRect/>
          </a:stretch>
        </p:blipFill>
        <p:spPr>
          <a:xfrm>
            <a:off x="4662747" y="1522480"/>
            <a:ext cx="2865600" cy="3823200"/>
          </a:xfrm>
          <a:prstGeom prst="rect">
            <a:avLst/>
          </a:prstGeom>
        </p:spPr>
      </p:pic>
      <p:sp>
        <p:nvSpPr>
          <p:cNvPr id="17" name="Subtitle 2">
            <a:extLst>
              <a:ext uri="{FF2B5EF4-FFF2-40B4-BE49-F238E27FC236}">
                <a16:creationId xmlns:a16="http://schemas.microsoft.com/office/drawing/2014/main" id="{5BDD13A0-A415-2489-5C86-E33BEB59F5F0}"/>
              </a:ext>
            </a:extLst>
          </p:cNvPr>
          <p:cNvSpPr txBox="1">
            <a:spLocks/>
          </p:cNvSpPr>
          <p:nvPr/>
        </p:nvSpPr>
        <p:spPr>
          <a:xfrm>
            <a:off x="8464170" y="4856359"/>
            <a:ext cx="4259580" cy="4092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1400" dirty="0">
                <a:latin typeface="Segoe UI" panose="020B0502040204020203" pitchFamily="34" charset="0"/>
                <a:cs typeface="Segoe UI" panose="020B0502040204020203" pitchFamily="34" charset="0"/>
              </a:rPr>
              <a:t>Cobie </a:t>
            </a:r>
            <a:r>
              <a:rPr lang="en-CA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Caburao</a:t>
            </a:r>
            <a:endParaRPr lang="en-CA" sz="1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71F090E-C52E-F66F-EA20-00589E7F2D2F}"/>
              </a:ext>
            </a:extLst>
          </p:cNvPr>
          <p:cNvSpPr txBox="1">
            <a:spLocks/>
          </p:cNvSpPr>
          <p:nvPr/>
        </p:nvSpPr>
        <p:spPr>
          <a:xfrm>
            <a:off x="3965757" y="5439451"/>
            <a:ext cx="4259580" cy="4092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dirty="0">
                <a:latin typeface="Segoe UI" panose="020B0502040204020203" pitchFamily="34" charset="0"/>
                <a:cs typeface="Segoe UI" panose="020B0502040204020203" pitchFamily="34" charset="0"/>
              </a:rPr>
              <a:t>Glen Issac</a:t>
            </a:r>
            <a:endParaRPr lang="en-CA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726793FC-CA2A-ADD6-DB16-CAE9F9FDED2E}"/>
              </a:ext>
            </a:extLst>
          </p:cNvPr>
          <p:cNvSpPr txBox="1">
            <a:spLocks/>
          </p:cNvSpPr>
          <p:nvPr/>
        </p:nvSpPr>
        <p:spPr>
          <a:xfrm>
            <a:off x="3965757" y="11194251"/>
            <a:ext cx="4259580" cy="4092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Gabriel Sampaga</a:t>
            </a:r>
            <a:endParaRPr lang="en-CA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47317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A6BF6-EDAF-0EE2-3E17-4FEBB46D0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C6CD4AA-7455-497C-689C-65C240447919}"/>
              </a:ext>
            </a:extLst>
          </p:cNvPr>
          <p:cNvSpPr/>
          <p:nvPr/>
        </p:nvSpPr>
        <p:spPr>
          <a:xfrm>
            <a:off x="-160020" y="-81280"/>
            <a:ext cx="6362700" cy="7030720"/>
          </a:xfrm>
          <a:prstGeom prst="rect">
            <a:avLst/>
          </a:prstGeom>
          <a:solidFill>
            <a:srgbClr val="015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1992D7-9FA5-454E-6533-ED2A86575C91}"/>
              </a:ext>
            </a:extLst>
          </p:cNvPr>
          <p:cNvSpPr/>
          <p:nvPr/>
        </p:nvSpPr>
        <p:spPr>
          <a:xfrm>
            <a:off x="6096000" y="-81280"/>
            <a:ext cx="6362700" cy="7030720"/>
          </a:xfrm>
          <a:prstGeom prst="rect">
            <a:avLst/>
          </a:prstGeom>
          <a:solidFill>
            <a:srgbClr val="FFC8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50FB3312-6415-83B9-9633-3110474F012C}"/>
              </a:ext>
            </a:extLst>
          </p:cNvPr>
          <p:cNvSpPr txBox="1">
            <a:spLocks/>
          </p:cNvSpPr>
          <p:nvPr/>
        </p:nvSpPr>
        <p:spPr>
          <a:xfrm>
            <a:off x="-200025" y="445195"/>
            <a:ext cx="4259580" cy="4092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3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Who We Are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CE84812-795F-D99C-E6E5-C2E3CE5B76B3}"/>
              </a:ext>
            </a:extLst>
          </p:cNvPr>
          <p:cNvSpPr txBox="1">
            <a:spLocks/>
          </p:cNvSpPr>
          <p:nvPr/>
        </p:nvSpPr>
        <p:spPr>
          <a:xfrm>
            <a:off x="-531748" y="4856360"/>
            <a:ext cx="4259580" cy="4092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1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Team Leader: </a:t>
            </a:r>
            <a:r>
              <a:rPr lang="en-CA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Amr Azouz</a:t>
            </a:r>
            <a:endParaRPr lang="en-CA" sz="14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EDA1D26-3E52-1C51-04BD-C101D83F7A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181"/>
          <a:stretch>
            <a:fillRect/>
          </a:stretch>
        </p:blipFill>
        <p:spPr>
          <a:xfrm>
            <a:off x="570581" y="2058622"/>
            <a:ext cx="2054923" cy="27407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D1FFF56-FA52-E27D-E1BC-0B163A61B61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538" r="21014" b="13519"/>
          <a:stretch>
            <a:fillRect/>
          </a:stretch>
        </p:blipFill>
        <p:spPr>
          <a:xfrm>
            <a:off x="9566211" y="3495165"/>
            <a:ext cx="2055208" cy="27402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872F4C2-1041-ECCE-F04C-671EA114C3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1844" y="1331931"/>
            <a:ext cx="2866503" cy="382200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AB2B2F0-44A0-A840-2757-37DF89A9DF1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6945"/>
          <a:stretch>
            <a:fillRect/>
          </a:stretch>
        </p:blipFill>
        <p:spPr>
          <a:xfrm>
            <a:off x="9566211" y="445195"/>
            <a:ext cx="2053918" cy="2740278"/>
          </a:xfrm>
          <a:prstGeom prst="rect">
            <a:avLst/>
          </a:prstGeom>
        </p:spPr>
      </p:pic>
      <p:sp>
        <p:nvSpPr>
          <p:cNvPr id="17" name="Subtitle 2">
            <a:extLst>
              <a:ext uri="{FF2B5EF4-FFF2-40B4-BE49-F238E27FC236}">
                <a16:creationId xmlns:a16="http://schemas.microsoft.com/office/drawing/2014/main" id="{B9D4DB58-B327-0C00-07AB-66FB78BEA287}"/>
              </a:ext>
            </a:extLst>
          </p:cNvPr>
          <p:cNvSpPr txBox="1">
            <a:spLocks/>
          </p:cNvSpPr>
          <p:nvPr/>
        </p:nvSpPr>
        <p:spPr>
          <a:xfrm>
            <a:off x="8464170" y="6295600"/>
            <a:ext cx="4259580" cy="4092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1400" dirty="0">
                <a:latin typeface="Segoe UI" panose="020B0502040204020203" pitchFamily="34" charset="0"/>
                <a:cs typeface="Segoe UI" panose="020B0502040204020203" pitchFamily="34" charset="0"/>
              </a:rPr>
              <a:t>Cobie </a:t>
            </a:r>
            <a:r>
              <a:rPr lang="en-CA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Caburao</a:t>
            </a:r>
            <a:endParaRPr lang="en-CA" sz="1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2DC3D325-F54D-E3A6-3C30-87835397381D}"/>
              </a:ext>
            </a:extLst>
          </p:cNvPr>
          <p:cNvSpPr txBox="1">
            <a:spLocks/>
          </p:cNvSpPr>
          <p:nvPr/>
        </p:nvSpPr>
        <p:spPr>
          <a:xfrm>
            <a:off x="8463380" y="3242933"/>
            <a:ext cx="4259580" cy="4092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1400" dirty="0">
                <a:latin typeface="Segoe UI" panose="020B0502040204020203" pitchFamily="34" charset="0"/>
                <a:cs typeface="Segoe UI" panose="020B0502040204020203" pitchFamily="34" charset="0"/>
              </a:rPr>
              <a:t>Glen Issac</a:t>
            </a:r>
            <a:endParaRPr lang="en-CA" sz="1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CFADC961-A1EA-BC35-4642-AB9DE66066E6}"/>
              </a:ext>
            </a:extLst>
          </p:cNvPr>
          <p:cNvSpPr txBox="1">
            <a:spLocks/>
          </p:cNvSpPr>
          <p:nvPr/>
        </p:nvSpPr>
        <p:spPr>
          <a:xfrm>
            <a:off x="4937350" y="5265603"/>
            <a:ext cx="2590997" cy="4092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Gabriel </a:t>
            </a:r>
            <a:r>
              <a:rPr lang="en-CA" dirty="0">
                <a:latin typeface="Segoe UI" panose="020B0502040204020203" pitchFamily="34" charset="0"/>
                <a:cs typeface="Segoe UI" panose="020B0502040204020203" pitchFamily="34" charset="0"/>
              </a:rPr>
              <a:t>Sampaga</a:t>
            </a:r>
            <a:endParaRPr lang="en-CA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047EAE9C-BC82-2E6D-E17C-BF5B1DA5374E}"/>
              </a:ext>
            </a:extLst>
          </p:cNvPr>
          <p:cNvSpPr txBox="1">
            <a:spLocks/>
          </p:cNvSpPr>
          <p:nvPr/>
        </p:nvSpPr>
        <p:spPr>
          <a:xfrm>
            <a:off x="3965305" y="-771189"/>
            <a:ext cx="4259580" cy="4092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3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Group F</a:t>
            </a:r>
          </a:p>
        </p:txBody>
      </p:sp>
    </p:spTree>
    <p:extLst>
      <p:ext uri="{BB962C8B-B14F-4D97-AF65-F5344CB8AC3E}">
        <p14:creationId xmlns:p14="http://schemas.microsoft.com/office/powerpoint/2010/main" val="25357295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05595-6F56-95DD-DFDE-D42905A10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B7422FE-0777-03E7-6033-B5B4889D9AC5}"/>
              </a:ext>
            </a:extLst>
          </p:cNvPr>
          <p:cNvSpPr/>
          <p:nvPr/>
        </p:nvSpPr>
        <p:spPr>
          <a:xfrm>
            <a:off x="-200025" y="-81280"/>
            <a:ext cx="6362700" cy="7030720"/>
          </a:xfrm>
          <a:prstGeom prst="rect">
            <a:avLst/>
          </a:prstGeom>
          <a:solidFill>
            <a:srgbClr val="015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0A1138-9CC9-E0E0-7DE6-40FB798EBAD2}"/>
              </a:ext>
            </a:extLst>
          </p:cNvPr>
          <p:cNvSpPr/>
          <p:nvPr/>
        </p:nvSpPr>
        <p:spPr>
          <a:xfrm>
            <a:off x="6096000" y="-81280"/>
            <a:ext cx="6362700" cy="7030720"/>
          </a:xfrm>
          <a:prstGeom prst="rect">
            <a:avLst/>
          </a:prstGeom>
          <a:solidFill>
            <a:srgbClr val="FFC8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2E6586B9-1057-13B0-C283-27D0EDC2C578}"/>
              </a:ext>
            </a:extLst>
          </p:cNvPr>
          <p:cNvSpPr txBox="1">
            <a:spLocks/>
          </p:cNvSpPr>
          <p:nvPr/>
        </p:nvSpPr>
        <p:spPr>
          <a:xfrm>
            <a:off x="-531748" y="4856360"/>
            <a:ext cx="4259580" cy="4092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1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Team Leader: </a:t>
            </a:r>
            <a:r>
              <a:rPr lang="en-CA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Amr Azouz</a:t>
            </a:r>
            <a:endParaRPr lang="en-CA" sz="14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D364BF1-D199-2D4C-78C3-793FA417BA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181"/>
          <a:stretch>
            <a:fillRect/>
          </a:stretch>
        </p:blipFill>
        <p:spPr>
          <a:xfrm>
            <a:off x="570581" y="2058622"/>
            <a:ext cx="2054923" cy="27407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B1910C7-58A5-076D-243E-1AF1CAED888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538" r="21014" b="13519"/>
          <a:stretch>
            <a:fillRect/>
          </a:stretch>
        </p:blipFill>
        <p:spPr>
          <a:xfrm>
            <a:off x="9608598" y="2059099"/>
            <a:ext cx="2055208" cy="27402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D64A073-5B2C-81C1-CC11-A0299C1479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4064" y="2059477"/>
            <a:ext cx="2054924" cy="273989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CD41DAF-8959-BAEE-371A-AD6B9DD2D82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6945"/>
          <a:stretch>
            <a:fillRect/>
          </a:stretch>
        </p:blipFill>
        <p:spPr>
          <a:xfrm>
            <a:off x="6726120" y="2058621"/>
            <a:ext cx="2053918" cy="2740278"/>
          </a:xfrm>
          <a:prstGeom prst="rect">
            <a:avLst/>
          </a:prstGeom>
        </p:spPr>
      </p:pic>
      <p:sp>
        <p:nvSpPr>
          <p:cNvPr id="17" name="Subtitle 2">
            <a:extLst>
              <a:ext uri="{FF2B5EF4-FFF2-40B4-BE49-F238E27FC236}">
                <a16:creationId xmlns:a16="http://schemas.microsoft.com/office/drawing/2014/main" id="{28ECCB55-46E6-742C-7517-03C6F06F9222}"/>
              </a:ext>
            </a:extLst>
          </p:cNvPr>
          <p:cNvSpPr txBox="1">
            <a:spLocks/>
          </p:cNvSpPr>
          <p:nvPr/>
        </p:nvSpPr>
        <p:spPr>
          <a:xfrm>
            <a:off x="8506557" y="4859534"/>
            <a:ext cx="4259580" cy="4092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1400" dirty="0">
                <a:latin typeface="Segoe UI" panose="020B0502040204020203" pitchFamily="34" charset="0"/>
                <a:cs typeface="Segoe UI" panose="020B0502040204020203" pitchFamily="34" charset="0"/>
              </a:rPr>
              <a:t>Cobie </a:t>
            </a:r>
            <a:r>
              <a:rPr lang="en-CA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Caburao</a:t>
            </a:r>
            <a:endParaRPr lang="en-CA" sz="1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C4B1D5F7-EB8E-88CF-B59B-4F4FEE984D8B}"/>
              </a:ext>
            </a:extLst>
          </p:cNvPr>
          <p:cNvSpPr txBox="1">
            <a:spLocks/>
          </p:cNvSpPr>
          <p:nvPr/>
        </p:nvSpPr>
        <p:spPr>
          <a:xfrm>
            <a:off x="5623289" y="4856359"/>
            <a:ext cx="4259580" cy="4092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1400" dirty="0">
                <a:latin typeface="Segoe UI" panose="020B0502040204020203" pitchFamily="34" charset="0"/>
                <a:cs typeface="Segoe UI" panose="020B0502040204020203" pitchFamily="34" charset="0"/>
              </a:rPr>
              <a:t>Glen Issac</a:t>
            </a:r>
            <a:endParaRPr lang="en-CA" sz="1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85DD788E-5CFA-3132-8AB9-AC9E4AE96353}"/>
              </a:ext>
            </a:extLst>
          </p:cNvPr>
          <p:cNvSpPr txBox="1">
            <a:spLocks/>
          </p:cNvSpPr>
          <p:nvPr/>
        </p:nvSpPr>
        <p:spPr>
          <a:xfrm>
            <a:off x="3247767" y="4856359"/>
            <a:ext cx="2590997" cy="4092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Gabriel Sampaga</a:t>
            </a:r>
            <a:endParaRPr lang="en-CA" sz="14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C7606971-3D8F-5082-3FCF-042994B12CCD}"/>
              </a:ext>
            </a:extLst>
          </p:cNvPr>
          <p:cNvSpPr txBox="1">
            <a:spLocks/>
          </p:cNvSpPr>
          <p:nvPr/>
        </p:nvSpPr>
        <p:spPr>
          <a:xfrm>
            <a:off x="3966210" y="783621"/>
            <a:ext cx="4259580" cy="4092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3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Group F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A7F4696-307D-5C64-1CDA-D6E91020FB5D}"/>
              </a:ext>
            </a:extLst>
          </p:cNvPr>
          <p:cNvSpPr/>
          <p:nvPr/>
        </p:nvSpPr>
        <p:spPr>
          <a:xfrm>
            <a:off x="-14610528" y="-81280"/>
            <a:ext cx="12311319" cy="5346882"/>
          </a:xfrm>
          <a:prstGeom prst="rect">
            <a:avLst/>
          </a:prstGeom>
          <a:solidFill>
            <a:srgbClr val="015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8AFB28F-F8F0-2A67-E24D-6157E1B5948C}"/>
              </a:ext>
            </a:extLst>
          </p:cNvPr>
          <p:cNvSpPr/>
          <p:nvPr/>
        </p:nvSpPr>
        <p:spPr>
          <a:xfrm>
            <a:off x="-21815016" y="5265602"/>
            <a:ext cx="12311319" cy="1683838"/>
          </a:xfrm>
          <a:prstGeom prst="rect">
            <a:avLst/>
          </a:prstGeom>
          <a:solidFill>
            <a:srgbClr val="FFC8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0EC0049E-CE39-A768-D2C1-4779932F64F1}"/>
              </a:ext>
            </a:extLst>
          </p:cNvPr>
          <p:cNvSpPr txBox="1">
            <a:spLocks/>
          </p:cNvSpPr>
          <p:nvPr/>
        </p:nvSpPr>
        <p:spPr>
          <a:xfrm>
            <a:off x="-10622177" y="1759363"/>
            <a:ext cx="8534968" cy="23730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8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Let me paint you a picture</a:t>
            </a:r>
          </a:p>
        </p:txBody>
      </p:sp>
    </p:spTree>
    <p:extLst>
      <p:ext uri="{BB962C8B-B14F-4D97-AF65-F5344CB8AC3E}">
        <p14:creationId xmlns:p14="http://schemas.microsoft.com/office/powerpoint/2010/main" val="30170617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5FD34-C5F8-AF12-6FA7-0CC6FED7F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7B078DD-3D8F-78CF-D0D4-8B81A6696856}"/>
              </a:ext>
            </a:extLst>
          </p:cNvPr>
          <p:cNvSpPr/>
          <p:nvPr/>
        </p:nvSpPr>
        <p:spPr>
          <a:xfrm>
            <a:off x="12255148" y="-81280"/>
            <a:ext cx="6362700" cy="7030720"/>
          </a:xfrm>
          <a:prstGeom prst="rect">
            <a:avLst/>
          </a:prstGeom>
          <a:solidFill>
            <a:srgbClr val="015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30FE55-B002-7FEA-DB3C-6A3CB627F3EF}"/>
              </a:ext>
            </a:extLst>
          </p:cNvPr>
          <p:cNvSpPr/>
          <p:nvPr/>
        </p:nvSpPr>
        <p:spPr>
          <a:xfrm>
            <a:off x="18551173" y="-81280"/>
            <a:ext cx="6362700" cy="7030720"/>
          </a:xfrm>
          <a:prstGeom prst="rect">
            <a:avLst/>
          </a:prstGeom>
          <a:solidFill>
            <a:srgbClr val="FFC8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5778128-F772-B6F1-A059-B6A654A41D3E}"/>
              </a:ext>
            </a:extLst>
          </p:cNvPr>
          <p:cNvSpPr txBox="1">
            <a:spLocks/>
          </p:cNvSpPr>
          <p:nvPr/>
        </p:nvSpPr>
        <p:spPr>
          <a:xfrm>
            <a:off x="12192000" y="4856360"/>
            <a:ext cx="4259580" cy="4092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1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Team Leader: </a:t>
            </a:r>
            <a:r>
              <a:rPr lang="en-CA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Amr Azouz</a:t>
            </a:r>
            <a:endParaRPr lang="en-CA" sz="14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FBAFC81-77D8-49F0-8210-0BB42C54E2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181"/>
          <a:stretch>
            <a:fillRect/>
          </a:stretch>
        </p:blipFill>
        <p:spPr>
          <a:xfrm>
            <a:off x="13025754" y="2058622"/>
            <a:ext cx="2054923" cy="27407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1701076-1234-7645-AE7E-BC30BA391B6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538" r="21014" b="13519"/>
          <a:stretch>
            <a:fillRect/>
          </a:stretch>
        </p:blipFill>
        <p:spPr>
          <a:xfrm>
            <a:off x="22063771" y="2059099"/>
            <a:ext cx="2055208" cy="27402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A56887B-DF59-83A7-3C02-37C0ED80BB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09237" y="2059477"/>
            <a:ext cx="2054924" cy="273989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826F20F-D2CD-4232-C342-1FD0C9E250B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6945"/>
          <a:stretch>
            <a:fillRect/>
          </a:stretch>
        </p:blipFill>
        <p:spPr>
          <a:xfrm>
            <a:off x="19181293" y="2058621"/>
            <a:ext cx="2053918" cy="2740278"/>
          </a:xfrm>
          <a:prstGeom prst="rect">
            <a:avLst/>
          </a:prstGeom>
        </p:spPr>
      </p:pic>
      <p:sp>
        <p:nvSpPr>
          <p:cNvPr id="17" name="Subtitle 2">
            <a:extLst>
              <a:ext uri="{FF2B5EF4-FFF2-40B4-BE49-F238E27FC236}">
                <a16:creationId xmlns:a16="http://schemas.microsoft.com/office/drawing/2014/main" id="{EB741406-58CC-1B48-FFD0-AC465138716D}"/>
              </a:ext>
            </a:extLst>
          </p:cNvPr>
          <p:cNvSpPr txBox="1">
            <a:spLocks/>
          </p:cNvSpPr>
          <p:nvPr/>
        </p:nvSpPr>
        <p:spPr>
          <a:xfrm>
            <a:off x="21230305" y="4859534"/>
            <a:ext cx="4259580" cy="4092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1400" dirty="0">
                <a:latin typeface="Segoe UI" panose="020B0502040204020203" pitchFamily="34" charset="0"/>
                <a:cs typeface="Segoe UI" panose="020B0502040204020203" pitchFamily="34" charset="0"/>
              </a:rPr>
              <a:t>Cobie </a:t>
            </a:r>
            <a:r>
              <a:rPr lang="en-CA" sz="1400" dirty="0" err="1">
                <a:latin typeface="Segoe UI" panose="020B0502040204020203" pitchFamily="34" charset="0"/>
                <a:cs typeface="Segoe UI" panose="020B0502040204020203" pitchFamily="34" charset="0"/>
              </a:rPr>
              <a:t>Caburao</a:t>
            </a:r>
            <a:endParaRPr lang="en-CA" sz="1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0A9BDC4A-394C-68CE-6893-1904E75FC579}"/>
              </a:ext>
            </a:extLst>
          </p:cNvPr>
          <p:cNvSpPr txBox="1">
            <a:spLocks/>
          </p:cNvSpPr>
          <p:nvPr/>
        </p:nvSpPr>
        <p:spPr>
          <a:xfrm>
            <a:off x="18078462" y="4856359"/>
            <a:ext cx="4259580" cy="4092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1400" dirty="0">
                <a:latin typeface="Segoe UI" panose="020B0502040204020203" pitchFamily="34" charset="0"/>
                <a:cs typeface="Segoe UI" panose="020B0502040204020203" pitchFamily="34" charset="0"/>
              </a:rPr>
              <a:t>Glen Issac</a:t>
            </a:r>
            <a:endParaRPr lang="en-CA" sz="1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7686D631-A09F-7C03-6958-8EF5AD8A16EF}"/>
              </a:ext>
            </a:extLst>
          </p:cNvPr>
          <p:cNvSpPr txBox="1">
            <a:spLocks/>
          </p:cNvSpPr>
          <p:nvPr/>
        </p:nvSpPr>
        <p:spPr>
          <a:xfrm>
            <a:off x="15702940" y="4856359"/>
            <a:ext cx="2590997" cy="4092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1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Gabriel Sampaga</a:t>
            </a:r>
            <a:endParaRPr lang="en-CA" sz="14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7ED71190-70CA-2ABE-9482-F7B89D84D057}"/>
              </a:ext>
            </a:extLst>
          </p:cNvPr>
          <p:cNvSpPr txBox="1">
            <a:spLocks/>
          </p:cNvSpPr>
          <p:nvPr/>
        </p:nvSpPr>
        <p:spPr>
          <a:xfrm>
            <a:off x="16421383" y="783621"/>
            <a:ext cx="4259580" cy="4092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3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Group F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8D8876-0C99-91BD-2055-8B67FF04F600}"/>
              </a:ext>
            </a:extLst>
          </p:cNvPr>
          <p:cNvSpPr/>
          <p:nvPr/>
        </p:nvSpPr>
        <p:spPr>
          <a:xfrm>
            <a:off x="-56171" y="-81280"/>
            <a:ext cx="12311319" cy="5346882"/>
          </a:xfrm>
          <a:prstGeom prst="rect">
            <a:avLst/>
          </a:prstGeom>
          <a:solidFill>
            <a:srgbClr val="015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0FBD58-2877-8FFF-DE7F-CE97B468D8A8}"/>
              </a:ext>
            </a:extLst>
          </p:cNvPr>
          <p:cNvSpPr/>
          <p:nvPr/>
        </p:nvSpPr>
        <p:spPr>
          <a:xfrm>
            <a:off x="-56170" y="5265602"/>
            <a:ext cx="12311319" cy="1683838"/>
          </a:xfrm>
          <a:prstGeom prst="rect">
            <a:avLst/>
          </a:prstGeom>
          <a:solidFill>
            <a:srgbClr val="FFC8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B0BAD0AB-9B9D-409C-7687-BF51EB0CC15E}"/>
              </a:ext>
            </a:extLst>
          </p:cNvPr>
          <p:cNvSpPr txBox="1">
            <a:spLocks/>
          </p:cNvSpPr>
          <p:nvPr/>
        </p:nvSpPr>
        <p:spPr>
          <a:xfrm>
            <a:off x="1904674" y="1759363"/>
            <a:ext cx="8382652" cy="26192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8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Let us paint you a picture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2D9A3F6-C714-2149-7F35-A39C616D02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09800" y="-4946674"/>
            <a:ext cx="7772400" cy="4175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4512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4F28A-8309-51AA-DF04-763B148BF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48E719A-D8E0-AAFB-B505-39B49C33D06E}"/>
              </a:ext>
            </a:extLst>
          </p:cNvPr>
          <p:cNvSpPr/>
          <p:nvPr/>
        </p:nvSpPr>
        <p:spPr>
          <a:xfrm>
            <a:off x="-56171" y="-81280"/>
            <a:ext cx="12311319" cy="5346882"/>
          </a:xfrm>
          <a:prstGeom prst="rect">
            <a:avLst/>
          </a:prstGeom>
          <a:solidFill>
            <a:srgbClr val="015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A712E3-3FB3-F9BD-61CD-A45AC29F717B}"/>
              </a:ext>
            </a:extLst>
          </p:cNvPr>
          <p:cNvSpPr/>
          <p:nvPr/>
        </p:nvSpPr>
        <p:spPr>
          <a:xfrm>
            <a:off x="-56170" y="5265602"/>
            <a:ext cx="12311319" cy="1683838"/>
          </a:xfrm>
          <a:prstGeom prst="rect">
            <a:avLst/>
          </a:prstGeom>
          <a:solidFill>
            <a:srgbClr val="FFC8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03F2BCC3-731E-FA77-72D8-07D26DFFC1F9}"/>
              </a:ext>
            </a:extLst>
          </p:cNvPr>
          <p:cNvSpPr txBox="1">
            <a:spLocks/>
          </p:cNvSpPr>
          <p:nvPr/>
        </p:nvSpPr>
        <p:spPr>
          <a:xfrm>
            <a:off x="1904674" y="7667793"/>
            <a:ext cx="8382652" cy="261920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8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Let me paint you a picture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0FF3E32-AD99-25D6-A680-9CEDF7A6D2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8062" y="398705"/>
            <a:ext cx="8575875" cy="4606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3037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1B098-FD23-F12C-6BA7-832DA3873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373C8D2-43DA-74EC-91D7-96EBA7606D08}"/>
              </a:ext>
            </a:extLst>
          </p:cNvPr>
          <p:cNvSpPr/>
          <p:nvPr/>
        </p:nvSpPr>
        <p:spPr>
          <a:xfrm>
            <a:off x="-56171" y="-81280"/>
            <a:ext cx="12311319" cy="5346882"/>
          </a:xfrm>
          <a:prstGeom prst="rect">
            <a:avLst/>
          </a:prstGeom>
          <a:solidFill>
            <a:srgbClr val="015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BC4410-4480-8D45-E1CD-C28EB6FEDAA2}"/>
              </a:ext>
            </a:extLst>
          </p:cNvPr>
          <p:cNvSpPr/>
          <p:nvPr/>
        </p:nvSpPr>
        <p:spPr>
          <a:xfrm>
            <a:off x="-56170" y="5265602"/>
            <a:ext cx="12311319" cy="1683838"/>
          </a:xfrm>
          <a:prstGeom prst="rect">
            <a:avLst/>
          </a:prstGeom>
          <a:solidFill>
            <a:srgbClr val="FFC8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923A4E92-7A6B-0633-12BC-7276747E9ED2}"/>
              </a:ext>
            </a:extLst>
          </p:cNvPr>
          <p:cNvSpPr txBox="1">
            <a:spLocks/>
          </p:cNvSpPr>
          <p:nvPr/>
        </p:nvSpPr>
        <p:spPr>
          <a:xfrm>
            <a:off x="1623319" y="1759362"/>
            <a:ext cx="8945361" cy="22944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8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That’s the current UR Lost &amp; Found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46DB7E-E51E-42E1-D308-8C7C2D4FC9AA}"/>
              </a:ext>
            </a:extLst>
          </p:cNvPr>
          <p:cNvSpPr/>
          <p:nvPr/>
        </p:nvSpPr>
        <p:spPr>
          <a:xfrm>
            <a:off x="-59661" y="-1765118"/>
            <a:ext cx="12311319" cy="1683838"/>
          </a:xfrm>
          <a:prstGeom prst="rect">
            <a:avLst/>
          </a:prstGeom>
          <a:solidFill>
            <a:srgbClr val="FFC8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0617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085A4-4EAF-D5AF-001E-5B33F7CEB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3FEFF58-ADC9-5661-21E1-9F6464AF4F96}"/>
              </a:ext>
            </a:extLst>
          </p:cNvPr>
          <p:cNvSpPr/>
          <p:nvPr/>
        </p:nvSpPr>
        <p:spPr>
          <a:xfrm>
            <a:off x="-56171" y="-81280"/>
            <a:ext cx="12311319" cy="5346882"/>
          </a:xfrm>
          <a:prstGeom prst="rect">
            <a:avLst/>
          </a:prstGeom>
          <a:solidFill>
            <a:srgbClr val="015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163FBA-BF7F-FDBE-D7F9-C1A521B58A8A}"/>
              </a:ext>
            </a:extLst>
          </p:cNvPr>
          <p:cNvSpPr/>
          <p:nvPr/>
        </p:nvSpPr>
        <p:spPr>
          <a:xfrm>
            <a:off x="-56170" y="5265602"/>
            <a:ext cx="12311319" cy="1683838"/>
          </a:xfrm>
          <a:prstGeom prst="rect">
            <a:avLst/>
          </a:prstGeom>
          <a:solidFill>
            <a:srgbClr val="FFC8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B3FF168-C3F5-1E80-F84D-BDC5CE3BF2AE}"/>
              </a:ext>
            </a:extLst>
          </p:cNvPr>
          <p:cNvSpPr txBox="1">
            <a:spLocks/>
          </p:cNvSpPr>
          <p:nvPr/>
        </p:nvSpPr>
        <p:spPr>
          <a:xfrm>
            <a:off x="783573" y="1592398"/>
            <a:ext cx="10624852" cy="36732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8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Can you find it again: </a:t>
            </a:r>
            <a:r>
              <a:rPr lang="en-CA" sz="6000" b="1" u="sng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Group F’s</a:t>
            </a:r>
          </a:p>
          <a:p>
            <a:r>
              <a:rPr lang="en-CA" sz="6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UR Lost &amp; Found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1798EA-5BA5-4248-D689-A0E0321801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799" y="-3191376"/>
            <a:ext cx="7772400" cy="2852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1906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D0EA8-83F2-501F-0110-1B3000E17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72C1F5C-73EF-3BC5-192C-80F01822A5D5}"/>
              </a:ext>
            </a:extLst>
          </p:cNvPr>
          <p:cNvSpPr/>
          <p:nvPr/>
        </p:nvSpPr>
        <p:spPr>
          <a:xfrm>
            <a:off x="-56171" y="1602558"/>
            <a:ext cx="12311319" cy="5346882"/>
          </a:xfrm>
          <a:prstGeom prst="rect">
            <a:avLst/>
          </a:prstGeom>
          <a:solidFill>
            <a:srgbClr val="015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EA37179-5F8D-AAAF-B912-AEA9C34E3AEB}"/>
              </a:ext>
            </a:extLst>
          </p:cNvPr>
          <p:cNvSpPr/>
          <p:nvPr/>
        </p:nvSpPr>
        <p:spPr>
          <a:xfrm>
            <a:off x="-56170" y="-15357"/>
            <a:ext cx="12311319" cy="1683838"/>
          </a:xfrm>
          <a:prstGeom prst="rect">
            <a:avLst/>
          </a:prstGeom>
          <a:solidFill>
            <a:srgbClr val="FFC8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E1894E3-78D3-8383-88A4-C0FA998EC66B}"/>
              </a:ext>
            </a:extLst>
          </p:cNvPr>
          <p:cNvSpPr txBox="1">
            <a:spLocks/>
          </p:cNvSpPr>
          <p:nvPr/>
        </p:nvSpPr>
        <p:spPr>
          <a:xfrm>
            <a:off x="305778" y="-1308788"/>
            <a:ext cx="6754611" cy="12275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8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Golden Circle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6AE1C79-6C88-18E8-8CFB-F3D3AA13C1AA}"/>
              </a:ext>
            </a:extLst>
          </p:cNvPr>
          <p:cNvSpPr>
            <a:spLocks noChangeAspect="1"/>
          </p:cNvSpPr>
          <p:nvPr/>
        </p:nvSpPr>
        <p:spPr>
          <a:xfrm>
            <a:off x="1721026" y="-8873566"/>
            <a:ext cx="8749948" cy="8744952"/>
          </a:xfrm>
          <a:prstGeom prst="ellipse">
            <a:avLst/>
          </a:prstGeom>
          <a:solidFill>
            <a:srgbClr val="FFC8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7233656-0685-A049-355A-6B38F83B2199}"/>
              </a:ext>
            </a:extLst>
          </p:cNvPr>
          <p:cNvSpPr txBox="1">
            <a:spLocks/>
          </p:cNvSpPr>
          <p:nvPr/>
        </p:nvSpPr>
        <p:spPr>
          <a:xfrm>
            <a:off x="783573" y="7483498"/>
            <a:ext cx="10624852" cy="36732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8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Can you find it again: </a:t>
            </a:r>
            <a:r>
              <a:rPr lang="en-CA" sz="6000" b="1" u="sng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Group F’s</a:t>
            </a:r>
          </a:p>
          <a:p>
            <a:r>
              <a:rPr lang="en-CA" sz="6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UR Lost &amp; Found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576DB56-4729-BF76-3A61-378D1CBF57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334" y="1212936"/>
            <a:ext cx="11299330" cy="414692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ACB9F4A-60A9-4B4C-6B93-B8B1A055F52D}"/>
              </a:ext>
            </a:extLst>
          </p:cNvPr>
          <p:cNvSpPr/>
          <p:nvPr/>
        </p:nvSpPr>
        <p:spPr>
          <a:xfrm>
            <a:off x="-56170" y="6949440"/>
            <a:ext cx="12311319" cy="1683838"/>
          </a:xfrm>
          <a:prstGeom prst="rect">
            <a:avLst/>
          </a:prstGeom>
          <a:solidFill>
            <a:srgbClr val="FFC8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3337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3C7AB-856F-F59B-7FE7-75EF9F63A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5FD6CDD-A166-7453-F9CF-B007775BF607}"/>
              </a:ext>
            </a:extLst>
          </p:cNvPr>
          <p:cNvSpPr/>
          <p:nvPr/>
        </p:nvSpPr>
        <p:spPr>
          <a:xfrm>
            <a:off x="-56171" y="-81280"/>
            <a:ext cx="12311319" cy="2024380"/>
          </a:xfrm>
          <a:prstGeom prst="rect">
            <a:avLst/>
          </a:prstGeom>
          <a:solidFill>
            <a:srgbClr val="015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BF2003F-A15F-27F2-B158-D4224078EA75}"/>
              </a:ext>
            </a:extLst>
          </p:cNvPr>
          <p:cNvSpPr>
            <a:spLocks noChangeAspect="1"/>
          </p:cNvSpPr>
          <p:nvPr/>
        </p:nvSpPr>
        <p:spPr>
          <a:xfrm>
            <a:off x="1721026" y="2485524"/>
            <a:ext cx="8749948" cy="8744952"/>
          </a:xfrm>
          <a:prstGeom prst="ellipse">
            <a:avLst/>
          </a:prstGeom>
          <a:solidFill>
            <a:srgbClr val="FFC8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F8E54610-0566-518D-D709-BCC55363F9B1}"/>
              </a:ext>
            </a:extLst>
          </p:cNvPr>
          <p:cNvSpPr txBox="1">
            <a:spLocks/>
          </p:cNvSpPr>
          <p:nvPr/>
        </p:nvSpPr>
        <p:spPr>
          <a:xfrm>
            <a:off x="1525613" y="8541838"/>
            <a:ext cx="8945361" cy="22944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8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Thank you, Tim!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AC7D8D59-FAE8-18D0-3ECA-F38D76E7549C}"/>
              </a:ext>
            </a:extLst>
          </p:cNvPr>
          <p:cNvSpPr txBox="1">
            <a:spLocks/>
          </p:cNvSpPr>
          <p:nvPr/>
        </p:nvSpPr>
        <p:spPr>
          <a:xfrm>
            <a:off x="305778" y="544143"/>
            <a:ext cx="6754611" cy="12275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8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Golden Circle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9D2E53-9E86-53C2-467F-7426669C2089}"/>
              </a:ext>
            </a:extLst>
          </p:cNvPr>
          <p:cNvSpPr/>
          <p:nvPr/>
        </p:nvSpPr>
        <p:spPr>
          <a:xfrm>
            <a:off x="-56170" y="6858000"/>
            <a:ext cx="12311319" cy="1683838"/>
          </a:xfrm>
          <a:prstGeom prst="rect">
            <a:avLst/>
          </a:prstGeom>
          <a:solidFill>
            <a:srgbClr val="FFC8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B86EB471-5A36-BB46-F819-0649C3B548DC}"/>
              </a:ext>
            </a:extLst>
          </p:cNvPr>
          <p:cNvSpPr txBox="1">
            <a:spLocks/>
          </p:cNvSpPr>
          <p:nvPr/>
        </p:nvSpPr>
        <p:spPr>
          <a:xfrm>
            <a:off x="4326384" y="8925973"/>
            <a:ext cx="3539231" cy="11514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8000" b="1" dirty="0">
                <a:latin typeface="Segoe UI" panose="020B0502040204020203" pitchFamily="34" charset="0"/>
                <a:cs typeface="Segoe UI" panose="020B0502040204020203" pitchFamily="34" charset="0"/>
              </a:rPr>
              <a:t>Why</a:t>
            </a:r>
          </a:p>
        </p:txBody>
      </p:sp>
    </p:spTree>
    <p:extLst>
      <p:ext uri="{BB962C8B-B14F-4D97-AF65-F5344CB8AC3E}">
        <p14:creationId xmlns:p14="http://schemas.microsoft.com/office/powerpoint/2010/main" val="28338379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6C69C-8C42-6126-5208-C99F56518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:a16="http://schemas.microsoft.com/office/drawing/2014/main" id="{F70719F1-FF0A-CA64-18A3-91770575220E}"/>
              </a:ext>
            </a:extLst>
          </p:cNvPr>
          <p:cNvSpPr>
            <a:spLocks noChangeAspect="1"/>
          </p:cNvSpPr>
          <p:nvPr/>
        </p:nvSpPr>
        <p:spPr>
          <a:xfrm>
            <a:off x="5290938" y="3429000"/>
            <a:ext cx="1610119" cy="1609200"/>
          </a:xfrm>
          <a:prstGeom prst="ellipse">
            <a:avLst/>
          </a:prstGeom>
          <a:solidFill>
            <a:srgbClr val="015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A8E2DD24-89CA-DCC4-FCA4-4A9C0E044329}"/>
              </a:ext>
            </a:extLst>
          </p:cNvPr>
          <p:cNvSpPr txBox="1">
            <a:spLocks/>
          </p:cNvSpPr>
          <p:nvPr/>
        </p:nvSpPr>
        <p:spPr>
          <a:xfrm>
            <a:off x="4785221" y="3994802"/>
            <a:ext cx="2621555" cy="6593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3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053C2C-286E-B901-7815-C783441F240F}"/>
              </a:ext>
            </a:extLst>
          </p:cNvPr>
          <p:cNvSpPr/>
          <p:nvPr/>
        </p:nvSpPr>
        <p:spPr>
          <a:xfrm>
            <a:off x="-56171" y="-81280"/>
            <a:ext cx="12311319" cy="2024380"/>
          </a:xfrm>
          <a:prstGeom prst="rect">
            <a:avLst/>
          </a:prstGeom>
          <a:solidFill>
            <a:srgbClr val="015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41C1F8E-158F-7CEA-54CA-F974CA4F230F}"/>
              </a:ext>
            </a:extLst>
          </p:cNvPr>
          <p:cNvSpPr>
            <a:spLocks noChangeAspect="1"/>
          </p:cNvSpPr>
          <p:nvPr/>
        </p:nvSpPr>
        <p:spPr>
          <a:xfrm>
            <a:off x="3986996" y="2155115"/>
            <a:ext cx="4218007" cy="4215600"/>
          </a:xfrm>
          <a:prstGeom prst="ellipse">
            <a:avLst/>
          </a:prstGeom>
          <a:solidFill>
            <a:srgbClr val="FFC8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3D57C4CB-D43A-CCBA-A77A-AAE88233EC7F}"/>
              </a:ext>
            </a:extLst>
          </p:cNvPr>
          <p:cNvSpPr txBox="1">
            <a:spLocks/>
          </p:cNvSpPr>
          <p:nvPr/>
        </p:nvSpPr>
        <p:spPr>
          <a:xfrm>
            <a:off x="305778" y="544143"/>
            <a:ext cx="6754611" cy="12275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8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Golden Circle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470F3E1E-A501-B638-CD0D-9A336D77C7DD}"/>
              </a:ext>
            </a:extLst>
          </p:cNvPr>
          <p:cNvSpPr txBox="1">
            <a:spLocks/>
          </p:cNvSpPr>
          <p:nvPr/>
        </p:nvSpPr>
        <p:spPr>
          <a:xfrm>
            <a:off x="4785222" y="3726690"/>
            <a:ext cx="2621554" cy="5362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8000" b="1" dirty="0">
                <a:latin typeface="Segoe UI" panose="020B0502040204020203" pitchFamily="34" charset="0"/>
                <a:cs typeface="Segoe UI" panose="020B0502040204020203" pitchFamily="34" charset="0"/>
              </a:rPr>
              <a:t>Why</a:t>
            </a:r>
          </a:p>
        </p:txBody>
      </p:sp>
    </p:spTree>
    <p:extLst>
      <p:ext uri="{BB962C8B-B14F-4D97-AF65-F5344CB8AC3E}">
        <p14:creationId xmlns:p14="http://schemas.microsoft.com/office/powerpoint/2010/main" val="36748830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3070D-D69A-0FB9-8B09-B5DF16CA3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ubtitle 2">
            <a:extLst>
              <a:ext uri="{FF2B5EF4-FFF2-40B4-BE49-F238E27FC236}">
                <a16:creationId xmlns:a16="http://schemas.microsoft.com/office/drawing/2014/main" id="{0EA6A66A-C171-A5F5-1DED-712FB335BAF5}"/>
              </a:ext>
            </a:extLst>
          </p:cNvPr>
          <p:cNvSpPr txBox="1">
            <a:spLocks/>
          </p:cNvSpPr>
          <p:nvPr/>
        </p:nvSpPr>
        <p:spPr>
          <a:xfrm>
            <a:off x="5497692" y="2808246"/>
            <a:ext cx="1196606" cy="5362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3000" b="1" dirty="0">
                <a:latin typeface="Segoe UI" panose="020B0502040204020203" pitchFamily="34" charset="0"/>
                <a:cs typeface="Segoe UI" panose="020B0502040204020203" pitchFamily="34" charset="0"/>
              </a:rPr>
              <a:t>What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C597192-C82D-2255-B2D6-E870F05A82B7}"/>
              </a:ext>
            </a:extLst>
          </p:cNvPr>
          <p:cNvSpPr>
            <a:spLocks noChangeAspect="1"/>
          </p:cNvSpPr>
          <p:nvPr/>
        </p:nvSpPr>
        <p:spPr>
          <a:xfrm>
            <a:off x="5291528" y="3459824"/>
            <a:ext cx="1608945" cy="1608027"/>
          </a:xfrm>
          <a:prstGeom prst="ellipse">
            <a:avLst/>
          </a:prstGeom>
          <a:solidFill>
            <a:srgbClr val="FFC8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D78A76A-818D-F5EA-3897-2AD5639EA9D3}"/>
              </a:ext>
            </a:extLst>
          </p:cNvPr>
          <p:cNvSpPr>
            <a:spLocks noChangeAspect="1"/>
          </p:cNvSpPr>
          <p:nvPr/>
        </p:nvSpPr>
        <p:spPr>
          <a:xfrm>
            <a:off x="3986996" y="2155115"/>
            <a:ext cx="4218007" cy="4215600"/>
          </a:xfrm>
          <a:prstGeom prst="ellipse">
            <a:avLst/>
          </a:prstGeom>
          <a:solidFill>
            <a:srgbClr val="015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2405D53-A6CA-DF6F-1CFA-476DA2E009CD}"/>
              </a:ext>
            </a:extLst>
          </p:cNvPr>
          <p:cNvSpPr/>
          <p:nvPr/>
        </p:nvSpPr>
        <p:spPr>
          <a:xfrm>
            <a:off x="-56171" y="-81280"/>
            <a:ext cx="12311319" cy="2024380"/>
          </a:xfrm>
          <a:prstGeom prst="rect">
            <a:avLst/>
          </a:prstGeom>
          <a:solidFill>
            <a:srgbClr val="015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204093D-1658-7CC9-C8BE-01C6941DB806}"/>
              </a:ext>
            </a:extLst>
          </p:cNvPr>
          <p:cNvSpPr>
            <a:spLocks noChangeAspect="1"/>
          </p:cNvSpPr>
          <p:nvPr/>
        </p:nvSpPr>
        <p:spPr>
          <a:xfrm>
            <a:off x="5291528" y="3459824"/>
            <a:ext cx="1608945" cy="1608027"/>
          </a:xfrm>
          <a:prstGeom prst="ellipse">
            <a:avLst/>
          </a:prstGeom>
          <a:solidFill>
            <a:srgbClr val="FFC8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1B6F42E3-9BA2-0E3B-F9AB-01777C29D700}"/>
              </a:ext>
            </a:extLst>
          </p:cNvPr>
          <p:cNvSpPr txBox="1">
            <a:spLocks/>
          </p:cNvSpPr>
          <p:nvPr/>
        </p:nvSpPr>
        <p:spPr>
          <a:xfrm>
            <a:off x="305778" y="544143"/>
            <a:ext cx="6754611" cy="12275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8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Golden Circle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29BA4B61-3F13-DF93-55B8-624563809B8F}"/>
              </a:ext>
            </a:extLst>
          </p:cNvPr>
          <p:cNvSpPr txBox="1">
            <a:spLocks/>
          </p:cNvSpPr>
          <p:nvPr/>
        </p:nvSpPr>
        <p:spPr>
          <a:xfrm>
            <a:off x="5497693" y="3995724"/>
            <a:ext cx="1196606" cy="5362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3000" b="1" dirty="0">
                <a:latin typeface="Segoe UI" panose="020B0502040204020203" pitchFamily="34" charset="0"/>
                <a:cs typeface="Segoe UI" panose="020B0502040204020203" pitchFamily="34" charset="0"/>
              </a:rPr>
              <a:t>Why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1CFFDE4-FEFC-19D3-3B61-38D308A2F485}"/>
              </a:ext>
            </a:extLst>
          </p:cNvPr>
          <p:cNvSpPr txBox="1">
            <a:spLocks/>
          </p:cNvSpPr>
          <p:nvPr/>
        </p:nvSpPr>
        <p:spPr>
          <a:xfrm>
            <a:off x="4785221" y="2559683"/>
            <a:ext cx="2621555" cy="103335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6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How</a:t>
            </a:r>
          </a:p>
        </p:txBody>
      </p:sp>
    </p:spTree>
    <p:extLst>
      <p:ext uri="{BB962C8B-B14F-4D97-AF65-F5344CB8AC3E}">
        <p14:creationId xmlns:p14="http://schemas.microsoft.com/office/powerpoint/2010/main" val="20206337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B8D8A-695E-9F1E-C6A2-E71A32396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CC151C7A-0C49-257B-289C-398433C76C2C}"/>
              </a:ext>
            </a:extLst>
          </p:cNvPr>
          <p:cNvSpPr>
            <a:spLocks noChangeAspect="1"/>
          </p:cNvSpPr>
          <p:nvPr/>
        </p:nvSpPr>
        <p:spPr>
          <a:xfrm>
            <a:off x="-839325" y="-2935639"/>
            <a:ext cx="13870640" cy="13862726"/>
          </a:xfrm>
          <a:prstGeom prst="ellipse">
            <a:avLst/>
          </a:prstGeom>
          <a:solidFill>
            <a:schemeClr val="bg1"/>
          </a:solidFill>
          <a:ln>
            <a:solidFill>
              <a:srgbClr val="0150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A976753-A33D-7F34-6F8E-5D571E62E245}"/>
              </a:ext>
            </a:extLst>
          </p:cNvPr>
          <p:cNvSpPr>
            <a:spLocks noChangeAspect="1"/>
          </p:cNvSpPr>
          <p:nvPr/>
        </p:nvSpPr>
        <p:spPr>
          <a:xfrm>
            <a:off x="3986996" y="2156035"/>
            <a:ext cx="4218007" cy="4215600"/>
          </a:xfrm>
          <a:prstGeom prst="ellipse">
            <a:avLst/>
          </a:prstGeom>
          <a:solidFill>
            <a:srgbClr val="FFC8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841207A-0705-3F53-6497-ABEEF17FB7DC}"/>
              </a:ext>
            </a:extLst>
          </p:cNvPr>
          <p:cNvSpPr>
            <a:spLocks noChangeAspect="1"/>
          </p:cNvSpPr>
          <p:nvPr/>
        </p:nvSpPr>
        <p:spPr>
          <a:xfrm>
            <a:off x="4645550" y="2814212"/>
            <a:ext cx="2900900" cy="2899245"/>
          </a:xfrm>
          <a:prstGeom prst="ellipse">
            <a:avLst/>
          </a:prstGeom>
          <a:solidFill>
            <a:srgbClr val="015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0A30115-68D2-C124-85AA-EDD61901FD68}"/>
              </a:ext>
            </a:extLst>
          </p:cNvPr>
          <p:cNvSpPr>
            <a:spLocks noChangeAspect="1"/>
          </p:cNvSpPr>
          <p:nvPr/>
        </p:nvSpPr>
        <p:spPr>
          <a:xfrm>
            <a:off x="5291527" y="3459824"/>
            <a:ext cx="1608945" cy="1608027"/>
          </a:xfrm>
          <a:prstGeom prst="ellipse">
            <a:avLst/>
          </a:prstGeom>
          <a:solidFill>
            <a:srgbClr val="FFC8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4AEE4CDE-9B77-53FF-E5BC-0521227BC71B}"/>
              </a:ext>
            </a:extLst>
          </p:cNvPr>
          <p:cNvSpPr txBox="1">
            <a:spLocks/>
          </p:cNvSpPr>
          <p:nvPr/>
        </p:nvSpPr>
        <p:spPr>
          <a:xfrm>
            <a:off x="5497692" y="3995724"/>
            <a:ext cx="1196606" cy="5362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3000" b="1" dirty="0">
                <a:latin typeface="Segoe UI" panose="020B0502040204020203" pitchFamily="34" charset="0"/>
                <a:cs typeface="Segoe UI" panose="020B0502040204020203" pitchFamily="34" charset="0"/>
              </a:rPr>
              <a:t>Why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FBBE9E8-8AB4-AFC6-91AF-AB33F7936B30}"/>
              </a:ext>
            </a:extLst>
          </p:cNvPr>
          <p:cNvSpPr txBox="1">
            <a:spLocks/>
          </p:cNvSpPr>
          <p:nvPr/>
        </p:nvSpPr>
        <p:spPr>
          <a:xfrm>
            <a:off x="5553070" y="2989470"/>
            <a:ext cx="1085858" cy="5166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3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How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120A8134-97DF-6027-C862-43B61D7A38DE}"/>
              </a:ext>
            </a:extLst>
          </p:cNvPr>
          <p:cNvSpPr txBox="1">
            <a:spLocks/>
          </p:cNvSpPr>
          <p:nvPr/>
        </p:nvSpPr>
        <p:spPr>
          <a:xfrm>
            <a:off x="5497692" y="2345201"/>
            <a:ext cx="1196606" cy="5362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3000" b="1" dirty="0">
                <a:latin typeface="Segoe UI" panose="020B0502040204020203" pitchFamily="34" charset="0"/>
                <a:cs typeface="Segoe UI" panose="020B0502040204020203" pitchFamily="34" charset="0"/>
              </a:rPr>
              <a:t>What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2B06670-760E-7A58-F337-F778BBB71BCD}"/>
              </a:ext>
            </a:extLst>
          </p:cNvPr>
          <p:cNvSpPr/>
          <p:nvPr/>
        </p:nvSpPr>
        <p:spPr>
          <a:xfrm>
            <a:off x="-56171" y="-81280"/>
            <a:ext cx="12311319" cy="1579137"/>
          </a:xfrm>
          <a:prstGeom prst="rect">
            <a:avLst/>
          </a:prstGeom>
          <a:solidFill>
            <a:srgbClr val="015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7ABE8DB6-47C8-ABEF-A33D-61DD33628FCE}"/>
              </a:ext>
            </a:extLst>
          </p:cNvPr>
          <p:cNvSpPr txBox="1">
            <a:spLocks/>
          </p:cNvSpPr>
          <p:nvPr/>
        </p:nvSpPr>
        <p:spPr>
          <a:xfrm>
            <a:off x="305778" y="350129"/>
            <a:ext cx="6754611" cy="12275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8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Golden Circle</a:t>
            </a: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2F5C0161-794D-E1BE-112D-B02AB2E503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9931" y="7029812"/>
            <a:ext cx="6252137" cy="5058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64253E52-614D-8BFE-F719-DC4FDED09A57}"/>
              </a:ext>
            </a:extLst>
          </p:cNvPr>
          <p:cNvSpPr txBox="1">
            <a:spLocks/>
          </p:cNvSpPr>
          <p:nvPr/>
        </p:nvSpPr>
        <p:spPr>
          <a:xfrm>
            <a:off x="12449626" y="564326"/>
            <a:ext cx="7515749" cy="9409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6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Initial Kanban Board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62618D4F-B784-B73C-C144-76D90E0EE369}"/>
              </a:ext>
            </a:extLst>
          </p:cNvPr>
          <p:cNvSpPr txBox="1">
            <a:spLocks/>
          </p:cNvSpPr>
          <p:nvPr/>
        </p:nvSpPr>
        <p:spPr>
          <a:xfrm>
            <a:off x="5497692" y="-678481"/>
            <a:ext cx="1196606" cy="5362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3000" b="1" dirty="0">
                <a:latin typeface="Segoe UI" panose="020B0502040204020203" pitchFamily="34" charset="0"/>
                <a:cs typeface="Segoe UI" panose="020B0502040204020203" pitchFamily="34" charset="0"/>
              </a:rPr>
              <a:t>Who</a:t>
            </a:r>
          </a:p>
        </p:txBody>
      </p:sp>
    </p:spTree>
    <p:extLst>
      <p:ext uri="{BB962C8B-B14F-4D97-AF65-F5344CB8AC3E}">
        <p14:creationId xmlns:p14="http://schemas.microsoft.com/office/powerpoint/2010/main" val="8338817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08516F-7DAF-AC74-1F72-2416E53B7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DFD26E73-576A-F2DE-5F48-B5EF98D95E73}"/>
              </a:ext>
            </a:extLst>
          </p:cNvPr>
          <p:cNvSpPr>
            <a:spLocks noChangeAspect="1"/>
          </p:cNvSpPr>
          <p:nvPr/>
        </p:nvSpPr>
        <p:spPr>
          <a:xfrm>
            <a:off x="3304788" y="2097867"/>
            <a:ext cx="5582414" cy="5579229"/>
          </a:xfrm>
          <a:prstGeom prst="ellipse">
            <a:avLst/>
          </a:prstGeom>
          <a:solidFill>
            <a:srgbClr val="01502E"/>
          </a:solidFill>
          <a:ln>
            <a:solidFill>
              <a:srgbClr val="0150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FCC8D23-F8CF-57E7-CF74-45FBA4AAA716}"/>
              </a:ext>
            </a:extLst>
          </p:cNvPr>
          <p:cNvSpPr>
            <a:spLocks noChangeAspect="1"/>
          </p:cNvSpPr>
          <p:nvPr/>
        </p:nvSpPr>
        <p:spPr>
          <a:xfrm>
            <a:off x="3986996" y="2764867"/>
            <a:ext cx="4218007" cy="4215600"/>
          </a:xfrm>
          <a:prstGeom prst="ellipse">
            <a:avLst/>
          </a:prstGeom>
          <a:solidFill>
            <a:srgbClr val="FFC8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B1024BE-137E-1DC0-BAA6-780C87C12D40}"/>
              </a:ext>
            </a:extLst>
          </p:cNvPr>
          <p:cNvSpPr>
            <a:spLocks noChangeAspect="1"/>
          </p:cNvSpPr>
          <p:nvPr/>
        </p:nvSpPr>
        <p:spPr>
          <a:xfrm>
            <a:off x="4645550" y="3423044"/>
            <a:ext cx="2900900" cy="2899245"/>
          </a:xfrm>
          <a:prstGeom prst="ellipse">
            <a:avLst/>
          </a:prstGeom>
          <a:solidFill>
            <a:srgbClr val="015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0A90E80-01B1-23C1-A4B1-64C17EB46E58}"/>
              </a:ext>
            </a:extLst>
          </p:cNvPr>
          <p:cNvSpPr>
            <a:spLocks noChangeAspect="1"/>
          </p:cNvSpPr>
          <p:nvPr/>
        </p:nvSpPr>
        <p:spPr>
          <a:xfrm>
            <a:off x="5291527" y="4068656"/>
            <a:ext cx="1608945" cy="1608027"/>
          </a:xfrm>
          <a:prstGeom prst="ellipse">
            <a:avLst/>
          </a:prstGeom>
          <a:solidFill>
            <a:srgbClr val="FFC8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E556AF37-EB8A-9F27-2F4B-328475F0DA7F}"/>
              </a:ext>
            </a:extLst>
          </p:cNvPr>
          <p:cNvSpPr txBox="1">
            <a:spLocks/>
          </p:cNvSpPr>
          <p:nvPr/>
        </p:nvSpPr>
        <p:spPr>
          <a:xfrm>
            <a:off x="5497692" y="4604556"/>
            <a:ext cx="1196606" cy="5362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3000" b="1" dirty="0">
                <a:latin typeface="Segoe UI" panose="020B0502040204020203" pitchFamily="34" charset="0"/>
                <a:cs typeface="Segoe UI" panose="020B0502040204020203" pitchFamily="34" charset="0"/>
              </a:rPr>
              <a:t>Why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693B98C-39C1-3729-9C28-8D4FFFDEBF23}"/>
              </a:ext>
            </a:extLst>
          </p:cNvPr>
          <p:cNvSpPr txBox="1">
            <a:spLocks/>
          </p:cNvSpPr>
          <p:nvPr/>
        </p:nvSpPr>
        <p:spPr>
          <a:xfrm>
            <a:off x="5553070" y="3598302"/>
            <a:ext cx="1085858" cy="5166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3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How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32A3EA8-F135-98F3-8C0E-E4C55B7FA228}"/>
              </a:ext>
            </a:extLst>
          </p:cNvPr>
          <p:cNvSpPr txBox="1">
            <a:spLocks/>
          </p:cNvSpPr>
          <p:nvPr/>
        </p:nvSpPr>
        <p:spPr>
          <a:xfrm>
            <a:off x="5497692" y="2954033"/>
            <a:ext cx="1196606" cy="5362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3000" b="1" dirty="0">
                <a:latin typeface="Segoe UI" panose="020B0502040204020203" pitchFamily="34" charset="0"/>
                <a:cs typeface="Segoe UI" panose="020B0502040204020203" pitchFamily="34" charset="0"/>
              </a:rPr>
              <a:t>What</a:t>
            </a: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4016CD90-B9B1-352B-DD45-62DA9B6EC9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9931" y="7029812"/>
            <a:ext cx="6252137" cy="50588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06BFEBCB-979E-DF96-09AC-F2118CEE3341}"/>
              </a:ext>
            </a:extLst>
          </p:cNvPr>
          <p:cNvSpPr txBox="1">
            <a:spLocks/>
          </p:cNvSpPr>
          <p:nvPr/>
        </p:nvSpPr>
        <p:spPr>
          <a:xfrm>
            <a:off x="12449626" y="564326"/>
            <a:ext cx="7515749" cy="9409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6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Initial Kanban Board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8FB43E1B-44F8-3B1B-2E97-E59C6B11136F}"/>
              </a:ext>
            </a:extLst>
          </p:cNvPr>
          <p:cNvSpPr txBox="1">
            <a:spLocks/>
          </p:cNvSpPr>
          <p:nvPr/>
        </p:nvSpPr>
        <p:spPr>
          <a:xfrm>
            <a:off x="5497692" y="2228805"/>
            <a:ext cx="1196606" cy="5362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3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31469F2-0F5D-4D07-00E7-25DA9E4FD327}"/>
              </a:ext>
            </a:extLst>
          </p:cNvPr>
          <p:cNvSpPr/>
          <p:nvPr/>
        </p:nvSpPr>
        <p:spPr>
          <a:xfrm>
            <a:off x="-56171" y="-81280"/>
            <a:ext cx="12311319" cy="1747738"/>
          </a:xfrm>
          <a:prstGeom prst="rect">
            <a:avLst/>
          </a:prstGeom>
          <a:solidFill>
            <a:srgbClr val="015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97AB30A0-2A81-B625-EAB6-1166D33C52D9}"/>
              </a:ext>
            </a:extLst>
          </p:cNvPr>
          <p:cNvSpPr txBox="1">
            <a:spLocks/>
          </p:cNvSpPr>
          <p:nvPr/>
        </p:nvSpPr>
        <p:spPr>
          <a:xfrm>
            <a:off x="305778" y="350129"/>
            <a:ext cx="6754611" cy="12275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8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Golden Circle</a:t>
            </a:r>
          </a:p>
        </p:txBody>
      </p:sp>
    </p:spTree>
    <p:extLst>
      <p:ext uri="{BB962C8B-B14F-4D97-AF65-F5344CB8AC3E}">
        <p14:creationId xmlns:p14="http://schemas.microsoft.com/office/powerpoint/2010/main" val="16312747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A77D8-ACA7-B99D-6409-F51882170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>
            <a:extLst>
              <a:ext uri="{FF2B5EF4-FFF2-40B4-BE49-F238E27FC236}">
                <a16:creationId xmlns:a16="http://schemas.microsoft.com/office/drawing/2014/main" id="{F5471EB2-EBD5-E31E-0D32-AE22D7655588}"/>
              </a:ext>
            </a:extLst>
          </p:cNvPr>
          <p:cNvSpPr>
            <a:spLocks noChangeAspect="1"/>
          </p:cNvSpPr>
          <p:nvPr/>
        </p:nvSpPr>
        <p:spPr>
          <a:xfrm>
            <a:off x="-707365" y="-2256731"/>
            <a:ext cx="13577976" cy="13570227"/>
          </a:xfrm>
          <a:prstGeom prst="ellipse">
            <a:avLst/>
          </a:prstGeom>
          <a:solidFill>
            <a:srgbClr val="FFC8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872A469-13B4-3198-9900-44EEEDC9BAE4}"/>
              </a:ext>
            </a:extLst>
          </p:cNvPr>
          <p:cNvSpPr>
            <a:spLocks noChangeAspect="1"/>
          </p:cNvSpPr>
          <p:nvPr/>
        </p:nvSpPr>
        <p:spPr>
          <a:xfrm>
            <a:off x="4645550" y="-2725997"/>
            <a:ext cx="2900900" cy="2899245"/>
          </a:xfrm>
          <a:prstGeom prst="ellipse">
            <a:avLst/>
          </a:prstGeom>
          <a:solidFill>
            <a:srgbClr val="015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F2F459B-6E94-2E70-5D20-C6F1A3183DB8}"/>
              </a:ext>
            </a:extLst>
          </p:cNvPr>
          <p:cNvSpPr>
            <a:spLocks noChangeAspect="1"/>
          </p:cNvSpPr>
          <p:nvPr/>
        </p:nvSpPr>
        <p:spPr>
          <a:xfrm>
            <a:off x="5291527" y="-2080385"/>
            <a:ext cx="1608945" cy="1608027"/>
          </a:xfrm>
          <a:prstGeom prst="ellipse">
            <a:avLst/>
          </a:prstGeom>
          <a:solidFill>
            <a:srgbClr val="FFC8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878353AC-EF35-0720-A476-596BABD63B45}"/>
              </a:ext>
            </a:extLst>
          </p:cNvPr>
          <p:cNvSpPr txBox="1">
            <a:spLocks/>
          </p:cNvSpPr>
          <p:nvPr/>
        </p:nvSpPr>
        <p:spPr>
          <a:xfrm>
            <a:off x="5497692" y="-1544485"/>
            <a:ext cx="1196606" cy="5362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3000" b="1" dirty="0">
                <a:latin typeface="Segoe UI" panose="020B0502040204020203" pitchFamily="34" charset="0"/>
                <a:cs typeface="Segoe UI" panose="020B0502040204020203" pitchFamily="34" charset="0"/>
              </a:rPr>
              <a:t>Why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E20DEE2C-6E0B-4C96-87CE-8120455EC076}"/>
              </a:ext>
            </a:extLst>
          </p:cNvPr>
          <p:cNvSpPr txBox="1">
            <a:spLocks/>
          </p:cNvSpPr>
          <p:nvPr/>
        </p:nvSpPr>
        <p:spPr>
          <a:xfrm>
            <a:off x="5553070" y="-2550739"/>
            <a:ext cx="1085858" cy="5166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3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How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BDB4923-DE29-21DE-35A2-EEB9746C300A}"/>
              </a:ext>
            </a:extLst>
          </p:cNvPr>
          <p:cNvSpPr txBox="1">
            <a:spLocks/>
          </p:cNvSpPr>
          <p:nvPr/>
        </p:nvSpPr>
        <p:spPr>
          <a:xfrm>
            <a:off x="5497692" y="-3195008"/>
            <a:ext cx="1196606" cy="5362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3000" b="1" dirty="0">
                <a:latin typeface="Segoe UI" panose="020B0502040204020203" pitchFamily="34" charset="0"/>
                <a:cs typeface="Segoe UI" panose="020B0502040204020203" pitchFamily="34" charset="0"/>
              </a:rPr>
              <a:t>What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39FF77-8DCA-A202-8CA0-164F6EA43F0A}"/>
              </a:ext>
            </a:extLst>
          </p:cNvPr>
          <p:cNvSpPr/>
          <p:nvPr/>
        </p:nvSpPr>
        <p:spPr>
          <a:xfrm>
            <a:off x="-56171" y="-81280"/>
            <a:ext cx="12311319" cy="2024380"/>
          </a:xfrm>
          <a:prstGeom prst="rect">
            <a:avLst/>
          </a:prstGeom>
          <a:solidFill>
            <a:srgbClr val="015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38C27326-348C-BA67-424D-D59D5CE31800}"/>
              </a:ext>
            </a:extLst>
          </p:cNvPr>
          <p:cNvSpPr txBox="1">
            <a:spLocks/>
          </p:cNvSpPr>
          <p:nvPr/>
        </p:nvSpPr>
        <p:spPr>
          <a:xfrm>
            <a:off x="-3433477" y="-1544485"/>
            <a:ext cx="6754611" cy="12275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8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Golden Circle</a:t>
            </a: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A8304C8E-A74A-839B-4938-CEF431E79D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7446" y="2141112"/>
            <a:ext cx="5597108" cy="4528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0D2C7874-46A4-C682-17F0-DBA9223ABE29}"/>
              </a:ext>
            </a:extLst>
          </p:cNvPr>
          <p:cNvSpPr txBox="1">
            <a:spLocks/>
          </p:cNvSpPr>
          <p:nvPr/>
        </p:nvSpPr>
        <p:spPr>
          <a:xfrm>
            <a:off x="415469" y="564326"/>
            <a:ext cx="7515749" cy="9409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6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Initial Kanban Board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5256BC-B847-F5B7-AF5B-6210609C6F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99365" y="2392440"/>
            <a:ext cx="9353681" cy="4095208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C56CFD3B-D621-12E2-CE1A-527F0572BC8E}"/>
              </a:ext>
            </a:extLst>
          </p:cNvPr>
          <p:cNvSpPr txBox="1">
            <a:spLocks/>
          </p:cNvSpPr>
          <p:nvPr/>
        </p:nvSpPr>
        <p:spPr>
          <a:xfrm>
            <a:off x="12870611" y="564326"/>
            <a:ext cx="8662823" cy="9409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6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Updated Kanban Board</a:t>
            </a:r>
          </a:p>
        </p:txBody>
      </p:sp>
    </p:spTree>
    <p:extLst>
      <p:ext uri="{BB962C8B-B14F-4D97-AF65-F5344CB8AC3E}">
        <p14:creationId xmlns:p14="http://schemas.microsoft.com/office/powerpoint/2010/main" val="14506269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FD828-56D6-8FD7-AABB-8F4F4F6F1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>
            <a:extLst>
              <a:ext uri="{FF2B5EF4-FFF2-40B4-BE49-F238E27FC236}">
                <a16:creationId xmlns:a16="http://schemas.microsoft.com/office/drawing/2014/main" id="{B2C16273-FD56-89CA-6E08-D97A530C86D2}"/>
              </a:ext>
            </a:extLst>
          </p:cNvPr>
          <p:cNvSpPr>
            <a:spLocks noChangeAspect="1"/>
          </p:cNvSpPr>
          <p:nvPr/>
        </p:nvSpPr>
        <p:spPr>
          <a:xfrm>
            <a:off x="-707365" y="-2345069"/>
            <a:ext cx="13577976" cy="13570227"/>
          </a:xfrm>
          <a:prstGeom prst="ellipse">
            <a:avLst/>
          </a:prstGeom>
          <a:solidFill>
            <a:srgbClr val="FFC8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908CCE6-5C78-3B92-97D9-7D5DD1EF40C4}"/>
              </a:ext>
            </a:extLst>
          </p:cNvPr>
          <p:cNvSpPr/>
          <p:nvPr/>
        </p:nvSpPr>
        <p:spPr>
          <a:xfrm>
            <a:off x="-56171" y="-81280"/>
            <a:ext cx="12311319" cy="2024380"/>
          </a:xfrm>
          <a:prstGeom prst="rect">
            <a:avLst/>
          </a:prstGeom>
          <a:solidFill>
            <a:srgbClr val="015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C3A93FE0-C0B4-13D9-F968-B367DC15E13F}"/>
              </a:ext>
            </a:extLst>
          </p:cNvPr>
          <p:cNvSpPr txBox="1">
            <a:spLocks/>
          </p:cNvSpPr>
          <p:nvPr/>
        </p:nvSpPr>
        <p:spPr>
          <a:xfrm>
            <a:off x="466881" y="564326"/>
            <a:ext cx="8662823" cy="9409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6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Updated Kanban Board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4FC06444-EF52-9A05-B1DF-8331305B18B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14494B-FADC-CAF1-1FB4-E91D1B04AD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9159" y="2392440"/>
            <a:ext cx="9353681" cy="4095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4795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1DB21-12E4-62A3-813A-4B38ECE0D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>
            <a:extLst>
              <a:ext uri="{FF2B5EF4-FFF2-40B4-BE49-F238E27FC236}">
                <a16:creationId xmlns:a16="http://schemas.microsoft.com/office/drawing/2014/main" id="{5A74ACC1-B165-7B79-964A-B605CAAB75EB}"/>
              </a:ext>
            </a:extLst>
          </p:cNvPr>
          <p:cNvSpPr>
            <a:spLocks noChangeAspect="1"/>
          </p:cNvSpPr>
          <p:nvPr/>
        </p:nvSpPr>
        <p:spPr>
          <a:xfrm>
            <a:off x="-707365" y="-2345069"/>
            <a:ext cx="13577976" cy="13570227"/>
          </a:xfrm>
          <a:prstGeom prst="ellipse">
            <a:avLst/>
          </a:prstGeom>
          <a:solidFill>
            <a:srgbClr val="FFC8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6C96B3-7FE1-73A2-D9B4-238879900CEF}"/>
              </a:ext>
            </a:extLst>
          </p:cNvPr>
          <p:cNvSpPr/>
          <p:nvPr/>
        </p:nvSpPr>
        <p:spPr>
          <a:xfrm>
            <a:off x="-56171" y="-81280"/>
            <a:ext cx="12311319" cy="2024380"/>
          </a:xfrm>
          <a:prstGeom prst="rect">
            <a:avLst/>
          </a:prstGeom>
          <a:solidFill>
            <a:srgbClr val="015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271DEF8C-C430-8799-FC24-B2CA63059BD7}"/>
              </a:ext>
            </a:extLst>
          </p:cNvPr>
          <p:cNvSpPr txBox="1">
            <a:spLocks/>
          </p:cNvSpPr>
          <p:nvPr/>
        </p:nvSpPr>
        <p:spPr>
          <a:xfrm>
            <a:off x="466881" y="564326"/>
            <a:ext cx="8662823" cy="9409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6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Updated Kanban Board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6316EADA-CD8D-215A-A4A6-4080324204B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BD5A9D-4F86-DE85-B56A-C87B54E1124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435" t="14457" r="50000" b="50034"/>
          <a:stretch>
            <a:fillRect/>
          </a:stretch>
        </p:blipFill>
        <p:spPr>
          <a:xfrm>
            <a:off x="3644061" y="2150906"/>
            <a:ext cx="4599077" cy="4316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0165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49DB6-014A-3B84-A5CD-31B62077B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>
            <a:extLst>
              <a:ext uri="{FF2B5EF4-FFF2-40B4-BE49-F238E27FC236}">
                <a16:creationId xmlns:a16="http://schemas.microsoft.com/office/drawing/2014/main" id="{860D6256-CA11-7168-D9C0-ACEBDF627F74}"/>
              </a:ext>
            </a:extLst>
          </p:cNvPr>
          <p:cNvSpPr>
            <a:spLocks noChangeAspect="1"/>
          </p:cNvSpPr>
          <p:nvPr/>
        </p:nvSpPr>
        <p:spPr>
          <a:xfrm>
            <a:off x="-707365" y="-2345069"/>
            <a:ext cx="13577976" cy="13570227"/>
          </a:xfrm>
          <a:prstGeom prst="ellipse">
            <a:avLst/>
          </a:prstGeom>
          <a:solidFill>
            <a:srgbClr val="FFC8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4F218E-4707-05FE-7AFE-2DE6148722B9}"/>
              </a:ext>
            </a:extLst>
          </p:cNvPr>
          <p:cNvSpPr/>
          <p:nvPr/>
        </p:nvSpPr>
        <p:spPr>
          <a:xfrm>
            <a:off x="-56171" y="-81280"/>
            <a:ext cx="12311319" cy="2024380"/>
          </a:xfrm>
          <a:prstGeom prst="rect">
            <a:avLst/>
          </a:prstGeom>
          <a:solidFill>
            <a:srgbClr val="015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043387CF-077C-47B2-EC9E-FF59F6A20A4A}"/>
              </a:ext>
            </a:extLst>
          </p:cNvPr>
          <p:cNvSpPr txBox="1">
            <a:spLocks/>
          </p:cNvSpPr>
          <p:nvPr/>
        </p:nvSpPr>
        <p:spPr>
          <a:xfrm>
            <a:off x="466881" y="564326"/>
            <a:ext cx="8662823" cy="9409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6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Updated Kanban Board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7AE110BC-27F3-D270-4091-3E0499C9615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FCB431-48D6-2E7C-7F8C-113092A9C4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146" t="15920" r="33289" b="135"/>
          <a:stretch>
            <a:fillRect/>
          </a:stretch>
        </p:blipFill>
        <p:spPr>
          <a:xfrm>
            <a:off x="5080765" y="2150907"/>
            <a:ext cx="2030470" cy="4505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5440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E2E99-7C54-21EF-FE4C-16A972631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>
            <a:extLst>
              <a:ext uri="{FF2B5EF4-FFF2-40B4-BE49-F238E27FC236}">
                <a16:creationId xmlns:a16="http://schemas.microsoft.com/office/drawing/2014/main" id="{BC9984CE-2B23-CDEC-D3C5-ED5A916CFACD}"/>
              </a:ext>
            </a:extLst>
          </p:cNvPr>
          <p:cNvSpPr>
            <a:spLocks noChangeAspect="1"/>
          </p:cNvSpPr>
          <p:nvPr/>
        </p:nvSpPr>
        <p:spPr>
          <a:xfrm>
            <a:off x="-707365" y="-2345069"/>
            <a:ext cx="13577976" cy="13570227"/>
          </a:xfrm>
          <a:prstGeom prst="ellipse">
            <a:avLst/>
          </a:prstGeom>
          <a:solidFill>
            <a:srgbClr val="FFC8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244F555-523B-0275-A6DB-C8ED5D0837CC}"/>
              </a:ext>
            </a:extLst>
          </p:cNvPr>
          <p:cNvSpPr/>
          <p:nvPr/>
        </p:nvSpPr>
        <p:spPr>
          <a:xfrm>
            <a:off x="-56171" y="-81280"/>
            <a:ext cx="12311319" cy="2024380"/>
          </a:xfrm>
          <a:prstGeom prst="rect">
            <a:avLst/>
          </a:prstGeom>
          <a:solidFill>
            <a:srgbClr val="015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4B722622-F58D-212F-B6B3-BF8A8F18CEED}"/>
              </a:ext>
            </a:extLst>
          </p:cNvPr>
          <p:cNvSpPr txBox="1">
            <a:spLocks/>
          </p:cNvSpPr>
          <p:nvPr/>
        </p:nvSpPr>
        <p:spPr>
          <a:xfrm>
            <a:off x="466881" y="564326"/>
            <a:ext cx="8662823" cy="9409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6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Updated Kanban Board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3DAA9B25-4279-3305-D4FF-C04D34B1F83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2776F0-47B5-205B-968A-1936886B17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6583" t="15919" r="16467" b="5702"/>
          <a:stretch>
            <a:fillRect/>
          </a:stretch>
        </p:blipFill>
        <p:spPr>
          <a:xfrm>
            <a:off x="4976948" y="2052999"/>
            <a:ext cx="2238103" cy="4531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7442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58F3F-C2E6-3FED-F1D6-B06D5D44C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>
            <a:extLst>
              <a:ext uri="{FF2B5EF4-FFF2-40B4-BE49-F238E27FC236}">
                <a16:creationId xmlns:a16="http://schemas.microsoft.com/office/drawing/2014/main" id="{FC9DDAB8-1374-243D-65A5-AB3401A331DD}"/>
              </a:ext>
            </a:extLst>
          </p:cNvPr>
          <p:cNvSpPr>
            <a:spLocks noChangeAspect="1"/>
          </p:cNvSpPr>
          <p:nvPr/>
        </p:nvSpPr>
        <p:spPr>
          <a:xfrm>
            <a:off x="-707365" y="-2345069"/>
            <a:ext cx="13577976" cy="13570227"/>
          </a:xfrm>
          <a:prstGeom prst="ellipse">
            <a:avLst/>
          </a:prstGeom>
          <a:solidFill>
            <a:srgbClr val="FFC8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F91B638-BA00-8970-C812-C76934B95077}"/>
              </a:ext>
            </a:extLst>
          </p:cNvPr>
          <p:cNvSpPr/>
          <p:nvPr/>
        </p:nvSpPr>
        <p:spPr>
          <a:xfrm>
            <a:off x="-56171" y="-81280"/>
            <a:ext cx="12311319" cy="2024380"/>
          </a:xfrm>
          <a:prstGeom prst="rect">
            <a:avLst/>
          </a:prstGeom>
          <a:solidFill>
            <a:srgbClr val="015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8E6D6696-B46F-6518-5E46-A63F8C5DCBEE}"/>
              </a:ext>
            </a:extLst>
          </p:cNvPr>
          <p:cNvSpPr txBox="1">
            <a:spLocks/>
          </p:cNvSpPr>
          <p:nvPr/>
        </p:nvSpPr>
        <p:spPr>
          <a:xfrm>
            <a:off x="466881" y="564326"/>
            <a:ext cx="8662823" cy="9409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6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Updated Kanban Board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D55E2E0-BE0D-5F37-9B07-134FCE0439B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9A622C-5E8E-6D70-8A96-22437DD422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335" t="15919" r="-285" b="31921"/>
          <a:stretch>
            <a:fillRect/>
          </a:stretch>
        </p:blipFill>
        <p:spPr>
          <a:xfrm>
            <a:off x="4433994" y="2105697"/>
            <a:ext cx="3324011" cy="4478431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5D3DA331-87C6-1744-4913-5991F367C0FC}"/>
              </a:ext>
            </a:extLst>
          </p:cNvPr>
          <p:cNvSpPr txBox="1">
            <a:spLocks/>
          </p:cNvSpPr>
          <p:nvPr/>
        </p:nvSpPr>
        <p:spPr>
          <a:xfrm rot="18648080">
            <a:off x="-3964240" y="-2911891"/>
            <a:ext cx="6224019" cy="7359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4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Brad’s Contributions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983203-F94E-8F74-C2C1-94714D1519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109106">
            <a:off x="4184994" y="7798054"/>
            <a:ext cx="3822012" cy="51250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95A9141-DBDE-C501-40D3-63A52A2257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109106">
            <a:off x="10055289" y="7798054"/>
            <a:ext cx="3822011" cy="512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6109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44D8D-483F-2125-4408-434036237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8553CF1-3245-99EE-1112-B159D1EB690C}"/>
              </a:ext>
            </a:extLst>
          </p:cNvPr>
          <p:cNvSpPr/>
          <p:nvPr/>
        </p:nvSpPr>
        <p:spPr>
          <a:xfrm rot="16200000">
            <a:off x="5615065" y="352914"/>
            <a:ext cx="7114036" cy="6152168"/>
          </a:xfrm>
          <a:prstGeom prst="rect">
            <a:avLst/>
          </a:prstGeom>
          <a:solidFill>
            <a:srgbClr val="FFC8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66C74B2-99CA-6725-EA98-4CB04A6E95F5}"/>
              </a:ext>
            </a:extLst>
          </p:cNvPr>
          <p:cNvSpPr>
            <a:spLocks noChangeAspect="1"/>
          </p:cNvSpPr>
          <p:nvPr/>
        </p:nvSpPr>
        <p:spPr>
          <a:xfrm>
            <a:off x="-1722179" y="-4402273"/>
            <a:ext cx="15636356" cy="15627432"/>
          </a:xfrm>
          <a:prstGeom prst="ellipse">
            <a:avLst/>
          </a:prstGeom>
          <a:solidFill>
            <a:srgbClr val="FFC8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84AE4E-E6CA-1247-03D2-EE7EB17B62E1}"/>
              </a:ext>
            </a:extLst>
          </p:cNvPr>
          <p:cNvSpPr/>
          <p:nvPr/>
        </p:nvSpPr>
        <p:spPr>
          <a:xfrm rot="16200000">
            <a:off x="-537103" y="352914"/>
            <a:ext cx="7114036" cy="6152168"/>
          </a:xfrm>
          <a:prstGeom prst="rect">
            <a:avLst/>
          </a:prstGeom>
          <a:solidFill>
            <a:srgbClr val="015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777A1C4C-EB15-3A9D-698B-6B5FEC37F1D5}"/>
              </a:ext>
            </a:extLst>
          </p:cNvPr>
          <p:cNvSpPr txBox="1">
            <a:spLocks/>
          </p:cNvSpPr>
          <p:nvPr/>
        </p:nvSpPr>
        <p:spPr>
          <a:xfrm>
            <a:off x="-92096" y="434459"/>
            <a:ext cx="6224019" cy="7359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4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Brad’s Contributions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420E613-01B8-CD28-B87D-2BF5608A55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847" y="1298453"/>
            <a:ext cx="3822012" cy="512508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646712E-2C36-398A-D7AC-DF26649D16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0142" y="1298453"/>
            <a:ext cx="3822011" cy="5125088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C85BAED1-0239-C7AE-BCD3-0569F735C5CA}"/>
              </a:ext>
            </a:extLst>
          </p:cNvPr>
          <p:cNvSpPr/>
          <p:nvPr/>
        </p:nvSpPr>
        <p:spPr>
          <a:xfrm rot="16200000">
            <a:off x="-7106583" y="-5507364"/>
            <a:ext cx="1671071" cy="12429755"/>
          </a:xfrm>
          <a:prstGeom prst="rect">
            <a:avLst/>
          </a:prstGeom>
          <a:solidFill>
            <a:srgbClr val="015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E8CEF78-3E09-5E52-C0BC-E7680DB3E564}"/>
              </a:ext>
            </a:extLst>
          </p:cNvPr>
          <p:cNvSpPr/>
          <p:nvPr/>
        </p:nvSpPr>
        <p:spPr>
          <a:xfrm rot="16200000">
            <a:off x="3572635" y="3485237"/>
            <a:ext cx="5172155" cy="12429755"/>
          </a:xfrm>
          <a:prstGeom prst="rect">
            <a:avLst/>
          </a:prstGeom>
          <a:solidFill>
            <a:srgbClr val="FFC8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EC643663-36AD-3711-6B3C-13DFC9D50931}"/>
              </a:ext>
            </a:extLst>
          </p:cNvPr>
          <p:cNvSpPr txBox="1">
            <a:spLocks/>
          </p:cNvSpPr>
          <p:nvPr/>
        </p:nvSpPr>
        <p:spPr>
          <a:xfrm rot="5400000">
            <a:off x="16034061" y="-8179169"/>
            <a:ext cx="8662823" cy="9409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6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Updated Kanban 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F9E1F1-8C1D-DF13-DAEE-17DCCD75C3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2374760" y="-9290867"/>
            <a:ext cx="9353681" cy="4095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3507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A7664-4226-A36E-C863-8C72408C8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3979976-7DD3-DD13-F44B-34755B8FA0BE}"/>
              </a:ext>
            </a:extLst>
          </p:cNvPr>
          <p:cNvSpPr/>
          <p:nvPr/>
        </p:nvSpPr>
        <p:spPr>
          <a:xfrm rot="16200000">
            <a:off x="3437228" y="-1950346"/>
            <a:ext cx="5442966" cy="12429755"/>
          </a:xfrm>
          <a:prstGeom prst="rect">
            <a:avLst/>
          </a:prstGeom>
          <a:solidFill>
            <a:srgbClr val="FFC8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9E3AB2-F0D2-5326-6494-66A339C7782F}"/>
              </a:ext>
            </a:extLst>
          </p:cNvPr>
          <p:cNvSpPr/>
          <p:nvPr/>
        </p:nvSpPr>
        <p:spPr>
          <a:xfrm rot="16200000">
            <a:off x="5323175" y="-5507364"/>
            <a:ext cx="1671071" cy="12429755"/>
          </a:xfrm>
          <a:prstGeom prst="rect">
            <a:avLst/>
          </a:prstGeom>
          <a:solidFill>
            <a:srgbClr val="015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D6300BF-CCD9-F488-3D1F-FB0D34A84EAD}"/>
              </a:ext>
            </a:extLst>
          </p:cNvPr>
          <p:cNvSpPr txBox="1">
            <a:spLocks/>
          </p:cNvSpPr>
          <p:nvPr/>
        </p:nvSpPr>
        <p:spPr>
          <a:xfrm>
            <a:off x="-92096" y="434459"/>
            <a:ext cx="6224019" cy="7359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4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Brad’s Contributions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D54CA73-4735-5352-064A-A0BB951964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213" t="7487" b="62686"/>
          <a:stretch>
            <a:fillRect/>
          </a:stretch>
        </p:blipFill>
        <p:spPr>
          <a:xfrm>
            <a:off x="2122821" y="2656036"/>
            <a:ext cx="8018203" cy="353238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14E23A3-A7AD-9E8D-C3AA-4E6A9711E6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562017" y="1298453"/>
            <a:ext cx="3822012" cy="512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2528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FB458-2E86-9F38-5609-07EB88206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4571972-C47C-C103-D776-8CC5306E8DF1}"/>
              </a:ext>
            </a:extLst>
          </p:cNvPr>
          <p:cNvSpPr/>
          <p:nvPr/>
        </p:nvSpPr>
        <p:spPr>
          <a:xfrm rot="16200000">
            <a:off x="5323175" y="-5507364"/>
            <a:ext cx="1671071" cy="12429755"/>
          </a:xfrm>
          <a:prstGeom prst="rect">
            <a:avLst/>
          </a:prstGeom>
          <a:solidFill>
            <a:srgbClr val="015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FFBE27F-B186-EF57-4EB8-2F2160DA3F48}"/>
              </a:ext>
            </a:extLst>
          </p:cNvPr>
          <p:cNvSpPr>
            <a:spLocks noChangeAspect="1"/>
          </p:cNvSpPr>
          <p:nvPr/>
        </p:nvSpPr>
        <p:spPr>
          <a:xfrm>
            <a:off x="-1722179" y="-15936714"/>
            <a:ext cx="15636356" cy="15627432"/>
          </a:xfrm>
          <a:prstGeom prst="ellipse">
            <a:avLst/>
          </a:prstGeom>
          <a:solidFill>
            <a:srgbClr val="FFC8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12364A-B330-6CC0-6D12-F7413FA9F9D0}"/>
              </a:ext>
            </a:extLst>
          </p:cNvPr>
          <p:cNvSpPr/>
          <p:nvPr/>
        </p:nvSpPr>
        <p:spPr>
          <a:xfrm rot="16200000">
            <a:off x="3477706" y="-1990821"/>
            <a:ext cx="5362014" cy="12429755"/>
          </a:xfrm>
          <a:prstGeom prst="rect">
            <a:avLst/>
          </a:prstGeom>
          <a:solidFill>
            <a:srgbClr val="FFC8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E4C4EF37-58BB-14AE-F15D-055D1718D8B3}"/>
              </a:ext>
            </a:extLst>
          </p:cNvPr>
          <p:cNvSpPr txBox="1">
            <a:spLocks/>
          </p:cNvSpPr>
          <p:nvPr/>
        </p:nvSpPr>
        <p:spPr>
          <a:xfrm>
            <a:off x="-92096" y="434459"/>
            <a:ext cx="6224019" cy="7359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4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Brad’s Contributions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97DAC6F-930B-4739-CE7A-057020B895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390" t="57013" r="25388" b="28840"/>
          <a:stretch>
            <a:fillRect/>
          </a:stretch>
        </p:blipFill>
        <p:spPr>
          <a:xfrm>
            <a:off x="1047271" y="2780626"/>
            <a:ext cx="10097456" cy="302965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304E82F-612A-6942-7898-F805A98DB19F}"/>
              </a:ext>
            </a:extLst>
          </p:cNvPr>
          <p:cNvSpPr/>
          <p:nvPr/>
        </p:nvSpPr>
        <p:spPr>
          <a:xfrm rot="16200000">
            <a:off x="-6707233" y="352914"/>
            <a:ext cx="7114036" cy="6152168"/>
          </a:xfrm>
          <a:prstGeom prst="rect">
            <a:avLst/>
          </a:prstGeom>
          <a:solidFill>
            <a:srgbClr val="015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8EC1A1E-2250-E505-CB4B-139D7F3E3E5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5693"/>
          <a:stretch>
            <a:fillRect/>
          </a:stretch>
        </p:blipFill>
        <p:spPr>
          <a:xfrm>
            <a:off x="12605358" y="2038155"/>
            <a:ext cx="4798356" cy="4371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074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3F2D6-D4D1-ED76-5018-48264253E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B93C21D-7993-2897-18BD-11EA61AADE66}"/>
              </a:ext>
            </a:extLst>
          </p:cNvPr>
          <p:cNvSpPr/>
          <p:nvPr/>
        </p:nvSpPr>
        <p:spPr>
          <a:xfrm rot="16200000">
            <a:off x="5323175" y="-5507364"/>
            <a:ext cx="1671071" cy="12429755"/>
          </a:xfrm>
          <a:prstGeom prst="rect">
            <a:avLst/>
          </a:prstGeom>
          <a:solidFill>
            <a:srgbClr val="015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38845F-D167-D364-CE60-A2A28DA8B474}"/>
              </a:ext>
            </a:extLst>
          </p:cNvPr>
          <p:cNvSpPr/>
          <p:nvPr/>
        </p:nvSpPr>
        <p:spPr>
          <a:xfrm rot="16200000">
            <a:off x="3477706" y="-1990821"/>
            <a:ext cx="5362014" cy="12429755"/>
          </a:xfrm>
          <a:prstGeom prst="rect">
            <a:avLst/>
          </a:prstGeom>
          <a:solidFill>
            <a:srgbClr val="FFC8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99F207DE-5756-D4B3-85C0-065A3584AD0C}"/>
              </a:ext>
            </a:extLst>
          </p:cNvPr>
          <p:cNvSpPr txBox="1">
            <a:spLocks/>
          </p:cNvSpPr>
          <p:nvPr/>
        </p:nvSpPr>
        <p:spPr>
          <a:xfrm>
            <a:off x="-92096" y="434459"/>
            <a:ext cx="6224019" cy="7359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4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Brad’s Contributions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DEBFD40-B820-5064-F22C-FBF988DADD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390" t="57013" r="25388" b="28840"/>
          <a:stretch>
            <a:fillRect/>
          </a:stretch>
        </p:blipFill>
        <p:spPr>
          <a:xfrm>
            <a:off x="-10480700" y="2780626"/>
            <a:ext cx="10097456" cy="302965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F7FF4DE-202E-C164-89A3-CB9812F6E50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5693"/>
          <a:stretch>
            <a:fillRect/>
          </a:stretch>
        </p:blipFill>
        <p:spPr>
          <a:xfrm>
            <a:off x="3759532" y="2038155"/>
            <a:ext cx="4798356" cy="4371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7349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98E2C-9FF2-6059-A6D4-00463674B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C759EF3-0ED1-37DA-9BD7-13BC93E1D5DC}"/>
              </a:ext>
            </a:extLst>
          </p:cNvPr>
          <p:cNvSpPr/>
          <p:nvPr/>
        </p:nvSpPr>
        <p:spPr>
          <a:xfrm rot="16200000">
            <a:off x="5323175" y="-5507364"/>
            <a:ext cx="1671071" cy="12429755"/>
          </a:xfrm>
          <a:prstGeom prst="rect">
            <a:avLst/>
          </a:prstGeom>
          <a:solidFill>
            <a:srgbClr val="015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461000-584F-7979-F9B5-F0D21805D3BE}"/>
              </a:ext>
            </a:extLst>
          </p:cNvPr>
          <p:cNvSpPr/>
          <p:nvPr/>
        </p:nvSpPr>
        <p:spPr>
          <a:xfrm rot="16200000">
            <a:off x="3477706" y="-1990821"/>
            <a:ext cx="5362014" cy="12429755"/>
          </a:xfrm>
          <a:prstGeom prst="rect">
            <a:avLst/>
          </a:prstGeom>
          <a:solidFill>
            <a:srgbClr val="FFC8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5FA93D5D-3047-F3C0-70BE-675327122C0A}"/>
              </a:ext>
            </a:extLst>
          </p:cNvPr>
          <p:cNvSpPr txBox="1">
            <a:spLocks/>
          </p:cNvSpPr>
          <p:nvPr/>
        </p:nvSpPr>
        <p:spPr>
          <a:xfrm>
            <a:off x="-92096" y="434459"/>
            <a:ext cx="6224019" cy="7359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4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Brad’s Contributions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6EBEA9C-5F63-DE89-BD17-2AE9098D68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041"/>
          <a:stretch>
            <a:fillRect/>
          </a:stretch>
        </p:blipFill>
        <p:spPr>
          <a:xfrm>
            <a:off x="3759532" y="1543048"/>
            <a:ext cx="4798356" cy="5239524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9CA967B2-E202-B12A-C4D9-1025E5B656FD}"/>
              </a:ext>
            </a:extLst>
          </p:cNvPr>
          <p:cNvSpPr txBox="1">
            <a:spLocks/>
          </p:cNvSpPr>
          <p:nvPr/>
        </p:nvSpPr>
        <p:spPr>
          <a:xfrm>
            <a:off x="1623319" y="-3701096"/>
            <a:ext cx="8945361" cy="24993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8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Amr’s Mobile Demo</a:t>
            </a:r>
          </a:p>
        </p:txBody>
      </p:sp>
      <p:pic>
        <p:nvPicPr>
          <p:cNvPr id="12" name="Graphic 11" descr="Play with solid fill">
            <a:extLst>
              <a:ext uri="{FF2B5EF4-FFF2-40B4-BE49-F238E27FC236}">
                <a16:creationId xmlns:a16="http://schemas.microsoft.com/office/drawing/2014/main" id="{FAB9EEBF-461A-8A54-75E6-405A89A4A3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01510" y="-1119398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8283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BCA4E-DAD4-EDE4-4906-694FFBE84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2D1BCF-05E8-36DE-A650-9CAAA134F9EC}"/>
              </a:ext>
            </a:extLst>
          </p:cNvPr>
          <p:cNvSpPr/>
          <p:nvPr/>
        </p:nvSpPr>
        <p:spPr>
          <a:xfrm rot="16200000">
            <a:off x="3538949" y="-3723139"/>
            <a:ext cx="5239523" cy="12429755"/>
          </a:xfrm>
          <a:prstGeom prst="rect">
            <a:avLst/>
          </a:prstGeom>
          <a:solidFill>
            <a:srgbClr val="015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6D3CDD-413E-EAAF-04D9-2C02CCB70C4F}"/>
              </a:ext>
            </a:extLst>
          </p:cNvPr>
          <p:cNvSpPr/>
          <p:nvPr/>
        </p:nvSpPr>
        <p:spPr>
          <a:xfrm rot="16200000">
            <a:off x="5261932" y="-206596"/>
            <a:ext cx="1793564" cy="12429755"/>
          </a:xfrm>
          <a:prstGeom prst="rect">
            <a:avLst/>
          </a:prstGeom>
          <a:solidFill>
            <a:srgbClr val="FFC8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A8C28ED-B4AA-AB52-88D9-CCAC4B0C6BF8}"/>
              </a:ext>
            </a:extLst>
          </p:cNvPr>
          <p:cNvSpPr txBox="1">
            <a:spLocks/>
          </p:cNvSpPr>
          <p:nvPr/>
        </p:nvSpPr>
        <p:spPr>
          <a:xfrm>
            <a:off x="-6700714" y="434459"/>
            <a:ext cx="6224019" cy="73597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4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Brad’s Contributions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514FC0-A1DA-A6FE-FA40-E9F8889D7E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041"/>
          <a:stretch>
            <a:fillRect/>
          </a:stretch>
        </p:blipFill>
        <p:spPr>
          <a:xfrm>
            <a:off x="3759532" y="7112576"/>
            <a:ext cx="4798356" cy="5239524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FA2A99C6-AC2E-BBC3-4C9A-66C50BF3C906}"/>
              </a:ext>
            </a:extLst>
          </p:cNvPr>
          <p:cNvSpPr txBox="1">
            <a:spLocks/>
          </p:cNvSpPr>
          <p:nvPr/>
        </p:nvSpPr>
        <p:spPr>
          <a:xfrm>
            <a:off x="1623319" y="1116639"/>
            <a:ext cx="8945361" cy="24993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8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Amr’s Mobile Demo</a:t>
            </a:r>
          </a:p>
        </p:txBody>
      </p:sp>
      <p:pic>
        <p:nvPicPr>
          <p:cNvPr id="9" name="Graphic 8" descr="Play with solid fill">
            <a:hlinkClick r:id="rId4"/>
            <a:extLst>
              <a:ext uri="{FF2B5EF4-FFF2-40B4-BE49-F238E27FC236}">
                <a16:creationId xmlns:a16="http://schemas.microsoft.com/office/drawing/2014/main" id="{71DB3588-7934-970E-F4BE-379E29E86C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01510" y="3698337"/>
            <a:ext cx="914400" cy="914400"/>
          </a:xfrm>
          <a:prstGeom prst="rect">
            <a:avLst/>
          </a:prstGeom>
        </p:spPr>
      </p:pic>
      <p:sp>
        <p:nvSpPr>
          <p:cNvPr id="10" name="Subtitle 2">
            <a:extLst>
              <a:ext uri="{FF2B5EF4-FFF2-40B4-BE49-F238E27FC236}">
                <a16:creationId xmlns:a16="http://schemas.microsoft.com/office/drawing/2014/main" id="{61153736-AE2E-AF52-441B-5946CC7C7F0C}"/>
              </a:ext>
            </a:extLst>
          </p:cNvPr>
          <p:cNvSpPr txBox="1">
            <a:spLocks/>
          </p:cNvSpPr>
          <p:nvPr/>
        </p:nvSpPr>
        <p:spPr>
          <a:xfrm>
            <a:off x="1686029" y="-2203515"/>
            <a:ext cx="8945361" cy="23469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8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Why are they MVPs?</a:t>
            </a:r>
          </a:p>
        </p:txBody>
      </p:sp>
    </p:spTree>
    <p:extLst>
      <p:ext uri="{BB962C8B-B14F-4D97-AF65-F5344CB8AC3E}">
        <p14:creationId xmlns:p14="http://schemas.microsoft.com/office/powerpoint/2010/main" val="7335142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87C1A-3A90-90A0-3AF3-8FDF6F939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E6B1479-95BD-09AA-71A2-12CD4D2A0C91}"/>
              </a:ext>
            </a:extLst>
          </p:cNvPr>
          <p:cNvSpPr/>
          <p:nvPr/>
        </p:nvSpPr>
        <p:spPr>
          <a:xfrm rot="16200000">
            <a:off x="3538949" y="-3723139"/>
            <a:ext cx="5239523" cy="12429755"/>
          </a:xfrm>
          <a:prstGeom prst="rect">
            <a:avLst/>
          </a:prstGeom>
          <a:solidFill>
            <a:srgbClr val="015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893B7D-3678-A2F8-EBD2-59AA3A94E1B5}"/>
              </a:ext>
            </a:extLst>
          </p:cNvPr>
          <p:cNvSpPr/>
          <p:nvPr/>
        </p:nvSpPr>
        <p:spPr>
          <a:xfrm rot="16200000">
            <a:off x="5261932" y="-206596"/>
            <a:ext cx="1793564" cy="12429755"/>
          </a:xfrm>
          <a:prstGeom prst="rect">
            <a:avLst/>
          </a:prstGeom>
          <a:solidFill>
            <a:srgbClr val="FFC8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76B89C7-1CF6-7D04-1388-87C1A1B39497}"/>
              </a:ext>
            </a:extLst>
          </p:cNvPr>
          <p:cNvSpPr txBox="1">
            <a:spLocks/>
          </p:cNvSpPr>
          <p:nvPr/>
        </p:nvSpPr>
        <p:spPr>
          <a:xfrm>
            <a:off x="1623319" y="6858000"/>
            <a:ext cx="8945361" cy="24993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8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Amr’s Mobile Demo</a:t>
            </a:r>
          </a:p>
        </p:txBody>
      </p:sp>
      <p:pic>
        <p:nvPicPr>
          <p:cNvPr id="9" name="Graphic 8" descr="Play with solid fill">
            <a:extLst>
              <a:ext uri="{FF2B5EF4-FFF2-40B4-BE49-F238E27FC236}">
                <a16:creationId xmlns:a16="http://schemas.microsoft.com/office/drawing/2014/main" id="{EEF7ADBB-E950-3A38-6168-3C327235DE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01510" y="9439698"/>
            <a:ext cx="914400" cy="9144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6E5E4019-AFA5-BD1E-32F0-7BC4CB2D4F82}"/>
              </a:ext>
            </a:extLst>
          </p:cNvPr>
          <p:cNvSpPr txBox="1">
            <a:spLocks/>
          </p:cNvSpPr>
          <p:nvPr/>
        </p:nvSpPr>
        <p:spPr>
          <a:xfrm>
            <a:off x="1686029" y="1318239"/>
            <a:ext cx="8945361" cy="23469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8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Why are they MVPs?</a:t>
            </a:r>
          </a:p>
        </p:txBody>
      </p:sp>
    </p:spTree>
    <p:extLst>
      <p:ext uri="{BB962C8B-B14F-4D97-AF65-F5344CB8AC3E}">
        <p14:creationId xmlns:p14="http://schemas.microsoft.com/office/powerpoint/2010/main" val="32018914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88DB9-17D0-CA5B-4DA0-A58680075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3A7CAE-2062-2492-1DFB-2A68F739DD5F}"/>
              </a:ext>
            </a:extLst>
          </p:cNvPr>
          <p:cNvSpPr/>
          <p:nvPr/>
        </p:nvSpPr>
        <p:spPr>
          <a:xfrm rot="16200000">
            <a:off x="3538949" y="-3723139"/>
            <a:ext cx="5239523" cy="12429755"/>
          </a:xfrm>
          <a:prstGeom prst="rect">
            <a:avLst/>
          </a:prstGeom>
          <a:solidFill>
            <a:srgbClr val="015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10DDD6-3760-D662-CC1A-DEB5BCF232C1}"/>
              </a:ext>
            </a:extLst>
          </p:cNvPr>
          <p:cNvSpPr/>
          <p:nvPr/>
        </p:nvSpPr>
        <p:spPr>
          <a:xfrm rot="16200000">
            <a:off x="5261932" y="-206596"/>
            <a:ext cx="1793564" cy="12429755"/>
          </a:xfrm>
          <a:prstGeom prst="rect">
            <a:avLst/>
          </a:prstGeom>
          <a:solidFill>
            <a:srgbClr val="FFC8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85F809-FA08-D873-8D92-0ADB17C78BC5}"/>
              </a:ext>
            </a:extLst>
          </p:cNvPr>
          <p:cNvSpPr txBox="1">
            <a:spLocks/>
          </p:cNvSpPr>
          <p:nvPr/>
        </p:nvSpPr>
        <p:spPr>
          <a:xfrm>
            <a:off x="1686029" y="1318239"/>
            <a:ext cx="8945361" cy="23469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8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working product</a:t>
            </a:r>
          </a:p>
        </p:txBody>
      </p:sp>
    </p:spTree>
    <p:extLst>
      <p:ext uri="{BB962C8B-B14F-4D97-AF65-F5344CB8AC3E}">
        <p14:creationId xmlns:p14="http://schemas.microsoft.com/office/powerpoint/2010/main" val="26676210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5A751-7791-BA45-29FC-1DE9C4F72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9915859-46DD-6788-8912-B513307D4086}"/>
              </a:ext>
            </a:extLst>
          </p:cNvPr>
          <p:cNvSpPr/>
          <p:nvPr/>
        </p:nvSpPr>
        <p:spPr>
          <a:xfrm>
            <a:off x="-59660" y="-81280"/>
            <a:ext cx="12311319" cy="5346882"/>
          </a:xfrm>
          <a:prstGeom prst="rect">
            <a:avLst/>
          </a:prstGeom>
          <a:solidFill>
            <a:srgbClr val="0150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6837E7-15CC-7FC6-C8FF-AF60628B96A2}"/>
              </a:ext>
            </a:extLst>
          </p:cNvPr>
          <p:cNvSpPr/>
          <p:nvPr/>
        </p:nvSpPr>
        <p:spPr>
          <a:xfrm>
            <a:off x="-56170" y="5265602"/>
            <a:ext cx="12311319" cy="1683838"/>
          </a:xfrm>
          <a:prstGeom prst="rect">
            <a:avLst/>
          </a:prstGeom>
          <a:solidFill>
            <a:srgbClr val="FFC8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75EFA1F1-2EEE-61FA-77D0-3C1EC08402EF}"/>
              </a:ext>
            </a:extLst>
          </p:cNvPr>
          <p:cNvSpPr txBox="1">
            <a:spLocks/>
          </p:cNvSpPr>
          <p:nvPr/>
        </p:nvSpPr>
        <p:spPr>
          <a:xfrm>
            <a:off x="1623319" y="1951875"/>
            <a:ext cx="8945361" cy="12805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CA" sz="80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1844393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1130</TotalTime>
  <Words>355</Words>
  <Application>Microsoft Macintosh PowerPoint</Application>
  <PresentationFormat>Widescreen</PresentationFormat>
  <Paragraphs>154</Paragraphs>
  <Slides>32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Aptos</vt:lpstr>
      <vt:lpstr>Aptos Display</vt:lpstr>
      <vt:lpstr>Arial</vt:lpstr>
      <vt:lpstr>Segoe UI</vt:lpstr>
      <vt:lpstr>Office Theme</vt:lpstr>
      <vt:lpstr>UR Lost &amp; Found</vt:lpstr>
      <vt:lpstr>UR Lost &amp; Found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 Sampaga</dc:creator>
  <cp:lastModifiedBy>Gabriel Sampaga</cp:lastModifiedBy>
  <cp:revision>22</cp:revision>
  <dcterms:created xsi:type="dcterms:W3CDTF">2026-04-04T05:43:00Z</dcterms:created>
  <dcterms:modified xsi:type="dcterms:W3CDTF">2026-04-08T06:08:31Z</dcterms:modified>
</cp:coreProperties>
</file>